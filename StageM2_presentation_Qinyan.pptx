
<file path=[Content_Types].xml><?xml version="1.0" encoding="utf-8"?>
<Types xmlns="http://schemas.openxmlformats.org/package/2006/content-types">
  <Default Extension="jpeg" ContentType="image/jpeg"/>
  <Default Extension="jpg" ContentType="image/pn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74" r:id="rId3"/>
    <p:sldId id="275" r:id="rId4"/>
    <p:sldId id="265" r:id="rId5"/>
    <p:sldId id="257" r:id="rId6"/>
    <p:sldId id="260" r:id="rId7"/>
    <p:sldId id="258" r:id="rId8"/>
    <p:sldId id="259" r:id="rId9"/>
    <p:sldId id="263" r:id="rId10"/>
    <p:sldId id="268" r:id="rId11"/>
    <p:sldId id="272" r:id="rId12"/>
    <p:sldId id="261" r:id="rId13"/>
    <p:sldId id="264" r:id="rId14"/>
    <p:sldId id="266" r:id="rId15"/>
    <p:sldId id="269" r:id="rId16"/>
    <p:sldId id="267" r:id="rId17"/>
    <p:sldId id="271" r:id="rId18"/>
    <p:sldId id="270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380" y="6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6A39C8-E5BB-9A61-72F1-1BC7163F6F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0A12BC4-3DB3-96DF-CD97-3F6B632B0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2BC2B5-FAC4-6D52-D896-34C06F80C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6781-816F-4569-9D4D-D88629AAD0A5}" type="datetimeFigureOut">
              <a:rPr lang="zh-CN" altLang="en-US" smtClean="0"/>
              <a:t>2025/6/18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1E0F6F-F0A1-F508-E727-94AC05B08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1A4FB9-3EDD-2E53-7FAF-6975BDEC3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25CE3-65DB-4542-8AE7-F35D1171AF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8721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100A0F-E6B0-7A32-8F61-C38EF529B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663FE7-0CFD-86AF-394E-51552F9FC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CEDBA1-8C14-A850-52C1-96419FD0A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6781-816F-4569-9D4D-D88629AAD0A5}" type="datetimeFigureOut">
              <a:rPr lang="zh-CN" altLang="en-US" smtClean="0"/>
              <a:t>2025/6/18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B315FA-0BA7-1CD4-006D-2987BB2D5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238AD5-13E9-3FB9-E011-74BFE8333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25CE3-65DB-4542-8AE7-F35D1171AF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8392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0B4233-04DA-AAC1-457F-E69C22566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5D985C3-9169-DABE-6A58-BD0A31EF3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76CC2F-D7F8-97D4-C110-81A0ABCE2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6781-816F-4569-9D4D-D88629AAD0A5}" type="datetimeFigureOut">
              <a:rPr lang="zh-CN" altLang="en-US" smtClean="0"/>
              <a:t>2025/6/18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30551E-1D63-1809-515B-B6998455F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7E5F9E-9B2C-8CFF-AD8E-7E34E284E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25CE3-65DB-4542-8AE7-F35D1171AF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4491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F4C1FC-CCF7-1923-806E-B4A99A93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BF4DB9-45C5-85F5-D9A7-68203360AC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CDB200-2400-A9FA-F4C0-39932D24E1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B0650A6-2C7C-58EF-7D24-970B7607F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6781-816F-4569-9D4D-D88629AAD0A5}" type="datetimeFigureOut">
              <a:rPr lang="zh-CN" altLang="en-US" smtClean="0"/>
              <a:t>2025/6/18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00C0F33-ECCF-BB45-BC0A-D8DD643FB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E275DE-FF91-91EF-9C8E-1F0446865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25CE3-65DB-4542-8AE7-F35D1171AF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179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9D7054-B6F4-9D33-FC8A-1D6D48CEC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01C1DA-C5A9-9A74-ECBD-A6E467C40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F53C31-0083-BBD5-096F-D841F5AE83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EA955DD-6A7B-D3E4-CC4A-7B68CED736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C2B028E-D21A-57A3-B7C6-25C5848EF9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D8B0F8F-7415-A784-5A10-055BDD20F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6781-816F-4569-9D4D-D88629AAD0A5}" type="datetimeFigureOut">
              <a:rPr lang="zh-CN" altLang="en-US" smtClean="0"/>
              <a:t>2025/6/18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754D954-FFDE-C50C-76B8-91EE56646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A910DFD-58EB-6F19-8A20-8AB256D64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25CE3-65DB-4542-8AE7-F35D1171AF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6451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2CF820-3043-62FC-4245-FD5A2D913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643D773-8AC3-B5C1-82CC-698D58443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6781-816F-4569-9D4D-D88629AAD0A5}" type="datetimeFigureOut">
              <a:rPr lang="zh-CN" altLang="en-US" smtClean="0"/>
              <a:t>2025/6/18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B793087-D6D4-C4D0-458E-35FAE353B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4AC40D3-21BF-0624-322B-298AF0622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25CE3-65DB-4542-8AE7-F35D1171AF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6974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DA2326E-FB02-333F-249A-3F01BCFA5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6781-816F-4569-9D4D-D88629AAD0A5}" type="datetimeFigureOut">
              <a:rPr lang="zh-CN" altLang="en-US" smtClean="0"/>
              <a:t>2025/6/18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B9DB7D7-EF73-54DE-91E0-F722C0A7F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E57910-A42B-49FD-6047-683C77FA3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25CE3-65DB-4542-8AE7-F35D1171AF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5626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8490D9-9D19-97FF-E562-217ADC6A6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168279-A08F-9FD4-E6EA-0291F2013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1CDAA22-BB7F-8F50-86C2-232549D6F2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44D480-0632-656C-F1B0-4E73C2C8C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6781-816F-4569-9D4D-D88629AAD0A5}" type="datetimeFigureOut">
              <a:rPr lang="zh-CN" altLang="en-US" smtClean="0"/>
              <a:t>2025/6/18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67547D-9048-36C3-302C-8151D2254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9DE9C8-B6FB-0322-B3EB-BE3C46FA1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25CE3-65DB-4542-8AE7-F35D1171AF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7430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758E8E-005E-1D86-8D3D-0CB864735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0B5A1F6-3AE5-E59A-FF5B-8165A34F87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0E870A-75A2-669B-BAD9-F77E73C3D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87BB16E-9469-0837-3A92-BCC0E0B22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6781-816F-4569-9D4D-D88629AAD0A5}" type="datetimeFigureOut">
              <a:rPr lang="zh-CN" altLang="en-US" smtClean="0"/>
              <a:t>2025/6/18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5AAE54-416B-4E4D-ED72-0609D9B16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54FE6CF-A6A4-36D8-B867-85B74841F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25CE3-65DB-4542-8AE7-F35D1171AF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5054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3F8EFE-7888-93D0-BE80-38E0B3124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D6B470F-451F-DAC2-A562-32F298E686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E91B0D-CEF5-ECA7-B874-17B4B78E9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6781-816F-4569-9D4D-D88629AAD0A5}" type="datetimeFigureOut">
              <a:rPr lang="zh-CN" altLang="en-US" smtClean="0"/>
              <a:t>2025/6/18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985FAF-427A-9BF9-BE9C-A653AC5A9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10ECF8-1491-62EF-68DF-12A335826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25CE3-65DB-4542-8AE7-F35D1171AF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851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1CFEAD2-339E-90D9-D200-00264D2AFD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4D28B93-0A22-1DB3-A15B-0CA2A448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05415-61B5-33DB-E29D-84B362B73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6781-816F-4569-9D4D-D88629AAD0A5}" type="datetimeFigureOut">
              <a:rPr lang="zh-CN" altLang="en-US" smtClean="0"/>
              <a:t>2025/6/18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CD2DEB-8C9D-58FD-1BEC-5B572747F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302D8F-43EE-3B83-1A93-7DD2F27C5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25CE3-65DB-4542-8AE7-F35D1171AF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822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2F1A110-7403-6FBE-69D2-59B6C4C37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245537-D10F-DCDA-333D-72C20E50C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968391-2690-5D9D-B45B-D6EA86A2E3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066781-816F-4569-9D4D-D88629AAD0A5}" type="datetimeFigureOut">
              <a:rPr lang="zh-CN" altLang="en-US" smtClean="0"/>
              <a:t>2025/6/18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3A9CB8-F08C-55A5-AE3D-3DB5819B57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C2C15E-9351-7D07-5FA9-6230EF8E2C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625CE3-65DB-4542-8AE7-F35D1171AF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396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7" Type="http://schemas.openxmlformats.org/officeDocument/2006/relationships/image" Target="../media/image25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4.png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2.mp4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18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DBF50F6-DD88-4D9F-B7D3-79B989980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6BBDC2-6929-469E-B7C4-A03E77BF9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3B0F76-2FAD-92DE-EAEC-46686712E0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5469" y="2959347"/>
            <a:ext cx="11081025" cy="1152104"/>
          </a:xfrm>
        </p:spPr>
        <p:txBody>
          <a:bodyPr anchor="ctr">
            <a:normAutofit/>
          </a:bodyPr>
          <a:lstStyle/>
          <a:p>
            <a:pPr algn="l"/>
            <a:r>
              <a:rPr lang="en-US" altLang="zh-CN" sz="4000" b="1" dirty="0">
                <a:solidFill>
                  <a:schemeClr val="tx2"/>
                </a:solidFill>
              </a:rPr>
              <a:t>M</a:t>
            </a:r>
            <a:r>
              <a:rPr lang="fr-FR" altLang="zh-CN" sz="4000" b="1" dirty="0" err="1">
                <a:solidFill>
                  <a:schemeClr val="tx2"/>
                </a:solidFill>
              </a:rPr>
              <a:t>odèle</a:t>
            </a:r>
            <a:r>
              <a:rPr lang="fr-FR" altLang="zh-CN" sz="4000" b="1" dirty="0">
                <a:solidFill>
                  <a:schemeClr val="tx2"/>
                </a:solidFill>
              </a:rPr>
              <a:t> numérique en Hydrogéologie</a:t>
            </a:r>
            <a:endParaRPr lang="zh-CN" altLang="en-US" sz="4000" b="1" dirty="0">
              <a:solidFill>
                <a:schemeClr val="tx2"/>
              </a:solidFill>
            </a:endParaRPr>
          </a:p>
        </p:txBody>
      </p:sp>
      <p:pic>
        <p:nvPicPr>
          <p:cNvPr id="5" name="图片 4" descr="卡通画&#10;&#10;AI 生成的内容可能不正确。">
            <a:extLst>
              <a:ext uri="{FF2B5EF4-FFF2-40B4-BE49-F238E27FC236}">
                <a16:creationId xmlns:a16="http://schemas.microsoft.com/office/drawing/2014/main" id="{F439D9AF-A21A-D76E-9ACF-48E3AAE104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0067" y="208704"/>
            <a:ext cx="8611559" cy="2542549"/>
          </a:xfrm>
          <a:prstGeom prst="rect">
            <a:avLst/>
          </a:prstGeom>
        </p:spPr>
      </p:pic>
      <p:sp>
        <p:nvSpPr>
          <p:cNvPr id="3" name="副标题 2">
            <a:extLst>
              <a:ext uri="{FF2B5EF4-FFF2-40B4-BE49-F238E27FC236}">
                <a16:creationId xmlns:a16="http://schemas.microsoft.com/office/drawing/2014/main" id="{6425B6D5-29C5-F6E6-DD5F-C7DAD1DF75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85400" y="6134656"/>
            <a:ext cx="1671095" cy="450447"/>
          </a:xfrm>
        </p:spPr>
        <p:txBody>
          <a:bodyPr anchor="ctr">
            <a:normAutofit/>
          </a:bodyPr>
          <a:lstStyle/>
          <a:p>
            <a:pPr algn="l"/>
            <a:r>
              <a:rPr lang="fr-FR" altLang="zh-CN" sz="2000">
                <a:solidFill>
                  <a:schemeClr val="tx2"/>
                </a:solidFill>
              </a:rPr>
              <a:t>Qinyan Yang</a:t>
            </a:r>
            <a:endParaRPr lang="zh-CN" altLang="en-US" sz="2000" dirty="0">
              <a:solidFill>
                <a:schemeClr val="tx2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344E6B5-C9F5-4338-9E33-003B123731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 flipH="1">
            <a:off x="-176402" y="170309"/>
            <a:ext cx="2514948" cy="2174333"/>
            <a:chOff x="-305" y="-4155"/>
            <a:chExt cx="2514948" cy="2174333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90B0F8D-9E81-4DE8-95D5-1A26E9390D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30BA43A-83E9-4C67-92A6-F247FB3700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2F3A0CC-EBFE-405D-B0C0-27DE361ED5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F2E853E-B55A-4FFD-B90E-6FB4F31BD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DFEDBF7-8E2C-46B8-9095-AE1D77E21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130554" y="4560733"/>
            <a:ext cx="3061445" cy="2297266"/>
            <a:chOff x="-305" y="-1"/>
            <a:chExt cx="3832880" cy="2876136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0202872-FBB0-4F11-BC49-9FB400B21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DEB2F40-D411-4D44-9638-AE0342C7F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07F7D91-A991-4196-AF73-327E04B562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78739A9-E67C-40E5-9468-0A68AEC54E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62635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1331B27E-316E-C746-E5F7-C01B95D2D9EB}"/>
              </a:ext>
            </a:extLst>
          </p:cNvPr>
          <p:cNvSpPr/>
          <p:nvPr/>
        </p:nvSpPr>
        <p:spPr>
          <a:xfrm rot="10800000">
            <a:off x="0" y="4397099"/>
            <a:ext cx="12200183" cy="2473176"/>
          </a:xfrm>
          <a:custGeom>
            <a:avLst/>
            <a:gdLst>
              <a:gd name="connsiteX0" fmla="*/ 0 w 12200183"/>
              <a:gd name="connsiteY0" fmla="*/ 12274 h 2473176"/>
              <a:gd name="connsiteX1" fmla="*/ 12274 w 12200183"/>
              <a:gd name="connsiteY1" fmla="*/ 1362395 h 2473176"/>
              <a:gd name="connsiteX2" fmla="*/ 36822 w 12200183"/>
              <a:gd name="connsiteY2" fmla="*/ 1386942 h 2473176"/>
              <a:gd name="connsiteX3" fmla="*/ 141149 w 12200183"/>
              <a:gd name="connsiteY3" fmla="*/ 1436038 h 2473176"/>
              <a:gd name="connsiteX4" fmla="*/ 190244 w 12200183"/>
              <a:gd name="connsiteY4" fmla="*/ 1466722 h 2473176"/>
              <a:gd name="connsiteX5" fmla="*/ 386626 w 12200183"/>
              <a:gd name="connsiteY5" fmla="*/ 1515818 h 2473176"/>
              <a:gd name="connsiteX6" fmla="*/ 558459 w 12200183"/>
              <a:gd name="connsiteY6" fmla="*/ 1497407 h 2473176"/>
              <a:gd name="connsiteX7" fmla="*/ 601418 w 12200183"/>
              <a:gd name="connsiteY7" fmla="*/ 1472859 h 2473176"/>
              <a:gd name="connsiteX8" fmla="*/ 742567 w 12200183"/>
              <a:gd name="connsiteY8" fmla="*/ 1386942 h 2473176"/>
              <a:gd name="connsiteX9" fmla="*/ 828483 w 12200183"/>
              <a:gd name="connsiteY9" fmla="*/ 1393079 h 2473176"/>
              <a:gd name="connsiteX10" fmla="*/ 914400 w 12200183"/>
              <a:gd name="connsiteY10" fmla="*/ 1417627 h 2473176"/>
              <a:gd name="connsiteX11" fmla="*/ 963495 w 12200183"/>
              <a:gd name="connsiteY11" fmla="*/ 1429901 h 2473176"/>
              <a:gd name="connsiteX12" fmla="*/ 1031001 w 12200183"/>
              <a:gd name="connsiteY12" fmla="*/ 1466722 h 2473176"/>
              <a:gd name="connsiteX13" fmla="*/ 1110781 w 12200183"/>
              <a:gd name="connsiteY13" fmla="*/ 1491270 h 2473176"/>
              <a:gd name="connsiteX14" fmla="*/ 1239656 w 12200183"/>
              <a:gd name="connsiteY14" fmla="*/ 1521955 h 2473176"/>
              <a:gd name="connsiteX15" fmla="*/ 1307163 w 12200183"/>
              <a:gd name="connsiteY15" fmla="*/ 1540365 h 2473176"/>
              <a:gd name="connsiteX16" fmla="*/ 1386942 w 12200183"/>
              <a:gd name="connsiteY16" fmla="*/ 1558776 h 2473176"/>
              <a:gd name="connsiteX17" fmla="*/ 1497407 w 12200183"/>
              <a:gd name="connsiteY17" fmla="*/ 1583324 h 2473176"/>
              <a:gd name="connsiteX18" fmla="*/ 1626282 w 12200183"/>
              <a:gd name="connsiteY18" fmla="*/ 1595597 h 2473176"/>
              <a:gd name="connsiteX19" fmla="*/ 1896306 w 12200183"/>
              <a:gd name="connsiteY19" fmla="*/ 1644693 h 2473176"/>
              <a:gd name="connsiteX20" fmla="*/ 2043592 w 12200183"/>
              <a:gd name="connsiteY20" fmla="*/ 1656967 h 2473176"/>
              <a:gd name="connsiteX21" fmla="*/ 2135646 w 12200183"/>
              <a:gd name="connsiteY21" fmla="*/ 1675377 h 2473176"/>
              <a:gd name="connsiteX22" fmla="*/ 2190878 w 12200183"/>
              <a:gd name="connsiteY22" fmla="*/ 1638556 h 2473176"/>
              <a:gd name="connsiteX23" fmla="*/ 2344301 w 12200183"/>
              <a:gd name="connsiteY23" fmla="*/ 1607871 h 2473176"/>
              <a:gd name="connsiteX24" fmla="*/ 2479313 w 12200183"/>
              <a:gd name="connsiteY24" fmla="*/ 1595597 h 2473176"/>
              <a:gd name="connsiteX25" fmla="*/ 2700242 w 12200183"/>
              <a:gd name="connsiteY25" fmla="*/ 1601734 h 2473176"/>
              <a:gd name="connsiteX26" fmla="*/ 2835254 w 12200183"/>
              <a:gd name="connsiteY26" fmla="*/ 1626282 h 2473176"/>
              <a:gd name="connsiteX27" fmla="*/ 3000950 w 12200183"/>
              <a:gd name="connsiteY27" fmla="*/ 1669240 h 2473176"/>
              <a:gd name="connsiteX28" fmla="*/ 3240290 w 12200183"/>
              <a:gd name="connsiteY28" fmla="*/ 1656967 h 2473176"/>
              <a:gd name="connsiteX29" fmla="*/ 3381439 w 12200183"/>
              <a:gd name="connsiteY29" fmla="*/ 1644693 h 2473176"/>
              <a:gd name="connsiteX30" fmla="*/ 3504177 w 12200183"/>
              <a:gd name="connsiteY30" fmla="*/ 1663104 h 2473176"/>
              <a:gd name="connsiteX31" fmla="*/ 3553273 w 12200183"/>
              <a:gd name="connsiteY31" fmla="*/ 1681514 h 2473176"/>
              <a:gd name="connsiteX32" fmla="*/ 3896940 w 12200183"/>
              <a:gd name="connsiteY32" fmla="*/ 1675377 h 2473176"/>
              <a:gd name="connsiteX33" fmla="*/ 4062636 w 12200183"/>
              <a:gd name="connsiteY33" fmla="*/ 1687651 h 2473176"/>
              <a:gd name="connsiteX34" fmla="*/ 4160827 w 12200183"/>
              <a:gd name="connsiteY34" fmla="*/ 1693788 h 2473176"/>
              <a:gd name="connsiteX35" fmla="*/ 4424714 w 12200183"/>
              <a:gd name="connsiteY35" fmla="*/ 1687651 h 2473176"/>
              <a:gd name="connsiteX36" fmla="*/ 5019995 w 12200183"/>
              <a:gd name="connsiteY36" fmla="*/ 1693788 h 2473176"/>
              <a:gd name="connsiteX37" fmla="*/ 5197965 w 12200183"/>
              <a:gd name="connsiteY37" fmla="*/ 1699925 h 2473176"/>
              <a:gd name="connsiteX38" fmla="*/ 5400483 w 12200183"/>
              <a:gd name="connsiteY38" fmla="*/ 1687651 h 2473176"/>
              <a:gd name="connsiteX39" fmla="*/ 5437305 w 12200183"/>
              <a:gd name="connsiteY39" fmla="*/ 1669240 h 2473176"/>
              <a:gd name="connsiteX40" fmla="*/ 5541632 w 12200183"/>
              <a:gd name="connsiteY40" fmla="*/ 1614008 h 2473176"/>
              <a:gd name="connsiteX41" fmla="*/ 5596865 w 12200183"/>
              <a:gd name="connsiteY41" fmla="*/ 1607871 h 2473176"/>
              <a:gd name="connsiteX42" fmla="*/ 5682781 w 12200183"/>
              <a:gd name="connsiteY42" fmla="*/ 1620145 h 2473176"/>
              <a:gd name="connsiteX43" fmla="*/ 6063270 w 12200183"/>
              <a:gd name="connsiteY43" fmla="*/ 1571050 h 2473176"/>
              <a:gd name="connsiteX44" fmla="*/ 6578771 w 12200183"/>
              <a:gd name="connsiteY44" fmla="*/ 1583324 h 2473176"/>
              <a:gd name="connsiteX45" fmla="*/ 6603318 w 12200183"/>
              <a:gd name="connsiteY45" fmla="*/ 1589461 h 2473176"/>
              <a:gd name="connsiteX46" fmla="*/ 6701509 w 12200183"/>
              <a:gd name="connsiteY46" fmla="*/ 1595597 h 2473176"/>
              <a:gd name="connsiteX47" fmla="*/ 6916301 w 12200183"/>
              <a:gd name="connsiteY47" fmla="*/ 1632419 h 2473176"/>
              <a:gd name="connsiteX48" fmla="*/ 6946985 w 12200183"/>
              <a:gd name="connsiteY48" fmla="*/ 1650830 h 2473176"/>
              <a:gd name="connsiteX49" fmla="*/ 7487034 w 12200183"/>
              <a:gd name="connsiteY49" fmla="*/ 1632419 h 2473176"/>
              <a:gd name="connsiteX50" fmla="*/ 7922754 w 12200183"/>
              <a:gd name="connsiteY50" fmla="*/ 1638556 h 2473176"/>
              <a:gd name="connsiteX51" fmla="*/ 7977987 w 12200183"/>
              <a:gd name="connsiteY51" fmla="*/ 1650830 h 2473176"/>
              <a:gd name="connsiteX52" fmla="*/ 8051630 w 12200183"/>
              <a:gd name="connsiteY52" fmla="*/ 1669240 h 2473176"/>
              <a:gd name="connsiteX53" fmla="*/ 8241874 w 12200183"/>
              <a:gd name="connsiteY53" fmla="*/ 1656967 h 2473176"/>
              <a:gd name="connsiteX54" fmla="*/ 8327791 w 12200183"/>
              <a:gd name="connsiteY54" fmla="*/ 1632419 h 2473176"/>
              <a:gd name="connsiteX55" fmla="*/ 8389160 w 12200183"/>
              <a:gd name="connsiteY55" fmla="*/ 1620145 h 2473176"/>
              <a:gd name="connsiteX56" fmla="*/ 8511898 w 12200183"/>
              <a:gd name="connsiteY56" fmla="*/ 1589461 h 2473176"/>
              <a:gd name="connsiteX57" fmla="*/ 8732827 w 12200183"/>
              <a:gd name="connsiteY57" fmla="*/ 1595597 h 2473176"/>
              <a:gd name="connsiteX58" fmla="*/ 8812607 w 12200183"/>
              <a:gd name="connsiteY58" fmla="*/ 1601734 h 2473176"/>
              <a:gd name="connsiteX59" fmla="*/ 9647227 w 12200183"/>
              <a:gd name="connsiteY59" fmla="*/ 1626282 h 2473176"/>
              <a:gd name="connsiteX60" fmla="*/ 9733144 w 12200183"/>
              <a:gd name="connsiteY60" fmla="*/ 1681514 h 2473176"/>
              <a:gd name="connsiteX61" fmla="*/ 9794513 w 12200183"/>
              <a:gd name="connsiteY61" fmla="*/ 1718336 h 2473176"/>
              <a:gd name="connsiteX62" fmla="*/ 9831334 w 12200183"/>
              <a:gd name="connsiteY62" fmla="*/ 1724473 h 2473176"/>
              <a:gd name="connsiteX63" fmla="*/ 9886567 w 12200183"/>
              <a:gd name="connsiteY63" fmla="*/ 1742883 h 2473176"/>
              <a:gd name="connsiteX64" fmla="*/ 9972483 w 12200183"/>
              <a:gd name="connsiteY64" fmla="*/ 1767431 h 2473176"/>
              <a:gd name="connsiteX65" fmla="*/ 10082948 w 12200183"/>
              <a:gd name="connsiteY65" fmla="*/ 1785842 h 2473176"/>
              <a:gd name="connsiteX66" fmla="*/ 10181138 w 12200183"/>
              <a:gd name="connsiteY66" fmla="*/ 1773568 h 2473176"/>
              <a:gd name="connsiteX67" fmla="*/ 10273192 w 12200183"/>
              <a:gd name="connsiteY67" fmla="*/ 1742883 h 2473176"/>
              <a:gd name="connsiteX68" fmla="*/ 10377520 w 12200183"/>
              <a:gd name="connsiteY68" fmla="*/ 1749020 h 2473176"/>
              <a:gd name="connsiteX69" fmla="*/ 10420478 w 12200183"/>
              <a:gd name="connsiteY69" fmla="*/ 1767431 h 2473176"/>
              <a:gd name="connsiteX70" fmla="*/ 10475710 w 12200183"/>
              <a:gd name="connsiteY70" fmla="*/ 1785842 h 2473176"/>
              <a:gd name="connsiteX71" fmla="*/ 10616859 w 12200183"/>
              <a:gd name="connsiteY71" fmla="*/ 1822663 h 2473176"/>
              <a:gd name="connsiteX72" fmla="*/ 10794830 w 12200183"/>
              <a:gd name="connsiteY72" fmla="*/ 1884032 h 2473176"/>
              <a:gd name="connsiteX73" fmla="*/ 10843925 w 12200183"/>
              <a:gd name="connsiteY73" fmla="*/ 1890169 h 2473176"/>
              <a:gd name="connsiteX74" fmla="*/ 11077128 w 12200183"/>
              <a:gd name="connsiteY74" fmla="*/ 1865622 h 2473176"/>
              <a:gd name="connsiteX75" fmla="*/ 11175318 w 12200183"/>
              <a:gd name="connsiteY75" fmla="*/ 1847211 h 2473176"/>
              <a:gd name="connsiteX76" fmla="*/ 11193729 w 12200183"/>
              <a:gd name="connsiteY76" fmla="*/ 1859485 h 2473176"/>
              <a:gd name="connsiteX77" fmla="*/ 11291920 w 12200183"/>
              <a:gd name="connsiteY77" fmla="*/ 1902443 h 2473176"/>
              <a:gd name="connsiteX78" fmla="*/ 11341015 w 12200183"/>
              <a:gd name="connsiteY78" fmla="*/ 1939265 h 2473176"/>
              <a:gd name="connsiteX79" fmla="*/ 11476027 w 12200183"/>
              <a:gd name="connsiteY79" fmla="*/ 2025181 h 2473176"/>
              <a:gd name="connsiteX80" fmla="*/ 11488301 w 12200183"/>
              <a:gd name="connsiteY80" fmla="*/ 2043592 h 2473176"/>
              <a:gd name="connsiteX81" fmla="*/ 11549670 w 12200183"/>
              <a:gd name="connsiteY81" fmla="*/ 2086551 h 2473176"/>
              <a:gd name="connsiteX82" fmla="*/ 11574218 w 12200183"/>
              <a:gd name="connsiteY82" fmla="*/ 2092687 h 2473176"/>
              <a:gd name="connsiteX83" fmla="*/ 11764462 w 12200183"/>
              <a:gd name="connsiteY83" fmla="*/ 2129509 h 2473176"/>
              <a:gd name="connsiteX84" fmla="*/ 11838105 w 12200183"/>
              <a:gd name="connsiteY84" fmla="*/ 2203152 h 2473176"/>
              <a:gd name="connsiteX85" fmla="*/ 11856516 w 12200183"/>
              <a:gd name="connsiteY85" fmla="*/ 2239973 h 2473176"/>
              <a:gd name="connsiteX86" fmla="*/ 11948569 w 12200183"/>
              <a:gd name="connsiteY86" fmla="*/ 2319753 h 2473176"/>
              <a:gd name="connsiteX87" fmla="*/ 12009938 w 12200183"/>
              <a:gd name="connsiteY87" fmla="*/ 2295206 h 2473176"/>
              <a:gd name="connsiteX88" fmla="*/ 12028349 w 12200183"/>
              <a:gd name="connsiteY88" fmla="*/ 2282932 h 2473176"/>
              <a:gd name="connsiteX89" fmla="*/ 12059034 w 12200183"/>
              <a:gd name="connsiteY89" fmla="*/ 2313616 h 2473176"/>
              <a:gd name="connsiteX90" fmla="*/ 12114266 w 12200183"/>
              <a:gd name="connsiteY90" fmla="*/ 2374985 h 2473176"/>
              <a:gd name="connsiteX91" fmla="*/ 12132677 w 12200183"/>
              <a:gd name="connsiteY91" fmla="*/ 2393396 h 2473176"/>
              <a:gd name="connsiteX92" fmla="*/ 12157224 w 12200183"/>
              <a:gd name="connsiteY92" fmla="*/ 2430218 h 2473176"/>
              <a:gd name="connsiteX93" fmla="*/ 12163361 w 12200183"/>
              <a:gd name="connsiteY93" fmla="*/ 2448628 h 2473176"/>
              <a:gd name="connsiteX94" fmla="*/ 12181772 w 12200183"/>
              <a:gd name="connsiteY94" fmla="*/ 2460902 h 2473176"/>
              <a:gd name="connsiteX95" fmla="*/ 12200183 w 12200183"/>
              <a:gd name="connsiteY95" fmla="*/ 2473176 h 2473176"/>
              <a:gd name="connsiteX96" fmla="*/ 12194046 w 12200183"/>
              <a:gd name="connsiteY96" fmla="*/ 0 h 2473176"/>
              <a:gd name="connsiteX97" fmla="*/ 0 w 12200183"/>
              <a:gd name="connsiteY97" fmla="*/ 12274 h 2473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12200183" h="2473176">
                <a:moveTo>
                  <a:pt x="0" y="12274"/>
                </a:moveTo>
                <a:lnTo>
                  <a:pt x="12274" y="1362395"/>
                </a:lnTo>
                <a:lnTo>
                  <a:pt x="36822" y="1386942"/>
                </a:lnTo>
                <a:cubicBezTo>
                  <a:pt x="71598" y="1403307"/>
                  <a:pt x="107050" y="1418306"/>
                  <a:pt x="141149" y="1436038"/>
                </a:cubicBezTo>
                <a:cubicBezTo>
                  <a:pt x="158271" y="1444941"/>
                  <a:pt x="172232" y="1459794"/>
                  <a:pt x="190244" y="1466722"/>
                </a:cubicBezTo>
                <a:cubicBezTo>
                  <a:pt x="241942" y="1486606"/>
                  <a:pt x="330010" y="1503686"/>
                  <a:pt x="386626" y="1515818"/>
                </a:cubicBezTo>
                <a:cubicBezTo>
                  <a:pt x="443904" y="1509681"/>
                  <a:pt x="501972" y="1508705"/>
                  <a:pt x="558459" y="1497407"/>
                </a:cubicBezTo>
                <a:cubicBezTo>
                  <a:pt x="574631" y="1494172"/>
                  <a:pt x="587791" y="1482150"/>
                  <a:pt x="601418" y="1472859"/>
                </a:cubicBezTo>
                <a:cubicBezTo>
                  <a:pt x="725388" y="1388333"/>
                  <a:pt x="649656" y="1421784"/>
                  <a:pt x="742567" y="1386942"/>
                </a:cubicBezTo>
                <a:cubicBezTo>
                  <a:pt x="771206" y="1388988"/>
                  <a:pt x="800218" y="1388032"/>
                  <a:pt x="828483" y="1393079"/>
                </a:cubicBezTo>
                <a:cubicBezTo>
                  <a:pt x="857804" y="1398315"/>
                  <a:pt x="885504" y="1410403"/>
                  <a:pt x="914400" y="1417627"/>
                </a:cubicBezTo>
                <a:lnTo>
                  <a:pt x="963495" y="1429901"/>
                </a:lnTo>
                <a:cubicBezTo>
                  <a:pt x="985997" y="1442175"/>
                  <a:pt x="1007341" y="1456864"/>
                  <a:pt x="1031001" y="1466722"/>
                </a:cubicBezTo>
                <a:cubicBezTo>
                  <a:pt x="1056684" y="1477423"/>
                  <a:pt x="1083988" y="1483768"/>
                  <a:pt x="1110781" y="1491270"/>
                </a:cubicBezTo>
                <a:cubicBezTo>
                  <a:pt x="1210039" y="1519063"/>
                  <a:pt x="1154269" y="1500609"/>
                  <a:pt x="1239656" y="1521955"/>
                </a:cubicBezTo>
                <a:cubicBezTo>
                  <a:pt x="1262284" y="1527612"/>
                  <a:pt x="1284535" y="1534708"/>
                  <a:pt x="1307163" y="1540365"/>
                </a:cubicBezTo>
                <a:cubicBezTo>
                  <a:pt x="1333640" y="1546984"/>
                  <a:pt x="1360700" y="1551278"/>
                  <a:pt x="1386942" y="1558776"/>
                </a:cubicBezTo>
                <a:cubicBezTo>
                  <a:pt x="1488144" y="1587691"/>
                  <a:pt x="1380000" y="1571583"/>
                  <a:pt x="1497407" y="1583324"/>
                </a:cubicBezTo>
                <a:cubicBezTo>
                  <a:pt x="1559219" y="1603928"/>
                  <a:pt x="1461387" y="1573112"/>
                  <a:pt x="1626282" y="1595597"/>
                </a:cubicBezTo>
                <a:cubicBezTo>
                  <a:pt x="1802547" y="1619633"/>
                  <a:pt x="1746170" y="1626819"/>
                  <a:pt x="1896306" y="1644693"/>
                </a:cubicBezTo>
                <a:cubicBezTo>
                  <a:pt x="1945226" y="1650517"/>
                  <a:pt x="1994497" y="1652876"/>
                  <a:pt x="2043592" y="1656967"/>
                </a:cubicBezTo>
                <a:cubicBezTo>
                  <a:pt x="2074277" y="1663104"/>
                  <a:pt x="2104595" y="1679258"/>
                  <a:pt x="2135646" y="1675377"/>
                </a:cubicBezTo>
                <a:cubicBezTo>
                  <a:pt x="2157602" y="1672632"/>
                  <a:pt x="2170734" y="1647712"/>
                  <a:pt x="2190878" y="1638556"/>
                </a:cubicBezTo>
                <a:cubicBezTo>
                  <a:pt x="2253327" y="1610170"/>
                  <a:pt x="2279117" y="1613303"/>
                  <a:pt x="2344301" y="1607871"/>
                </a:cubicBezTo>
                <a:cubicBezTo>
                  <a:pt x="2398583" y="1594300"/>
                  <a:pt x="2386845" y="1595597"/>
                  <a:pt x="2479313" y="1595597"/>
                </a:cubicBezTo>
                <a:cubicBezTo>
                  <a:pt x="2552984" y="1595597"/>
                  <a:pt x="2626599" y="1599688"/>
                  <a:pt x="2700242" y="1601734"/>
                </a:cubicBezTo>
                <a:cubicBezTo>
                  <a:pt x="2742682" y="1608263"/>
                  <a:pt x="2792996" y="1614208"/>
                  <a:pt x="2835254" y="1626282"/>
                </a:cubicBezTo>
                <a:cubicBezTo>
                  <a:pt x="2995981" y="1672205"/>
                  <a:pt x="2814111" y="1631873"/>
                  <a:pt x="3000950" y="1669240"/>
                </a:cubicBezTo>
                <a:lnTo>
                  <a:pt x="3240290" y="1656967"/>
                </a:lnTo>
                <a:cubicBezTo>
                  <a:pt x="3287419" y="1653926"/>
                  <a:pt x="3381439" y="1644693"/>
                  <a:pt x="3381439" y="1644693"/>
                </a:cubicBezTo>
                <a:cubicBezTo>
                  <a:pt x="3422352" y="1650830"/>
                  <a:pt x="3463725" y="1654436"/>
                  <a:pt x="3504177" y="1663104"/>
                </a:cubicBezTo>
                <a:cubicBezTo>
                  <a:pt x="3521267" y="1666766"/>
                  <a:pt x="3535803" y="1680968"/>
                  <a:pt x="3553273" y="1681514"/>
                </a:cubicBezTo>
                <a:cubicBezTo>
                  <a:pt x="3667791" y="1685092"/>
                  <a:pt x="3782384" y="1677423"/>
                  <a:pt x="3896940" y="1675377"/>
                </a:cubicBezTo>
                <a:lnTo>
                  <a:pt x="4062636" y="1687651"/>
                </a:lnTo>
                <a:cubicBezTo>
                  <a:pt x="4095351" y="1689933"/>
                  <a:pt x="4128033" y="1693788"/>
                  <a:pt x="4160827" y="1693788"/>
                </a:cubicBezTo>
                <a:cubicBezTo>
                  <a:pt x="4248813" y="1693788"/>
                  <a:pt x="4336752" y="1689697"/>
                  <a:pt x="4424714" y="1687651"/>
                </a:cubicBezTo>
                <a:lnTo>
                  <a:pt x="5019995" y="1693788"/>
                </a:lnTo>
                <a:cubicBezTo>
                  <a:pt x="5079346" y="1694730"/>
                  <a:pt x="5138614" y="1700882"/>
                  <a:pt x="5197965" y="1699925"/>
                </a:cubicBezTo>
                <a:cubicBezTo>
                  <a:pt x="5265586" y="1698834"/>
                  <a:pt x="5332977" y="1691742"/>
                  <a:pt x="5400483" y="1687651"/>
                </a:cubicBezTo>
                <a:cubicBezTo>
                  <a:pt x="5412757" y="1681514"/>
                  <a:pt x="5425538" y="1676300"/>
                  <a:pt x="5437305" y="1669240"/>
                </a:cubicBezTo>
                <a:cubicBezTo>
                  <a:pt x="5485976" y="1640038"/>
                  <a:pt x="5488489" y="1626512"/>
                  <a:pt x="5541632" y="1614008"/>
                </a:cubicBezTo>
                <a:cubicBezTo>
                  <a:pt x="5559664" y="1609765"/>
                  <a:pt x="5578454" y="1609917"/>
                  <a:pt x="5596865" y="1607871"/>
                </a:cubicBezTo>
                <a:cubicBezTo>
                  <a:pt x="5625504" y="1611962"/>
                  <a:pt x="5653892" y="1621665"/>
                  <a:pt x="5682781" y="1620145"/>
                </a:cubicBezTo>
                <a:cubicBezTo>
                  <a:pt x="5802571" y="1613841"/>
                  <a:pt x="5940593" y="1590420"/>
                  <a:pt x="6063270" y="1571050"/>
                </a:cubicBezTo>
                <a:lnTo>
                  <a:pt x="6578771" y="1583324"/>
                </a:lnTo>
                <a:cubicBezTo>
                  <a:pt x="6587200" y="1583611"/>
                  <a:pt x="6594926" y="1588622"/>
                  <a:pt x="6603318" y="1589461"/>
                </a:cubicBezTo>
                <a:cubicBezTo>
                  <a:pt x="6635949" y="1592724"/>
                  <a:pt x="6668779" y="1593552"/>
                  <a:pt x="6701509" y="1595597"/>
                </a:cubicBezTo>
                <a:cubicBezTo>
                  <a:pt x="6773106" y="1607871"/>
                  <a:pt x="6845431" y="1616473"/>
                  <a:pt x="6916301" y="1632419"/>
                </a:cubicBezTo>
                <a:cubicBezTo>
                  <a:pt x="6927938" y="1635037"/>
                  <a:pt x="6935058" y="1650655"/>
                  <a:pt x="6946985" y="1650830"/>
                </a:cubicBezTo>
                <a:cubicBezTo>
                  <a:pt x="7013037" y="1651801"/>
                  <a:pt x="7352329" y="1637807"/>
                  <a:pt x="7487034" y="1632419"/>
                </a:cubicBezTo>
                <a:cubicBezTo>
                  <a:pt x="7632274" y="1634465"/>
                  <a:pt x="7777602" y="1633113"/>
                  <a:pt x="7922754" y="1638556"/>
                </a:cubicBezTo>
                <a:cubicBezTo>
                  <a:pt x="7941601" y="1639263"/>
                  <a:pt x="7959640" y="1646462"/>
                  <a:pt x="7977987" y="1650830"/>
                </a:cubicBezTo>
                <a:cubicBezTo>
                  <a:pt x="8002602" y="1656691"/>
                  <a:pt x="8027082" y="1663103"/>
                  <a:pt x="8051630" y="1669240"/>
                </a:cubicBezTo>
                <a:cubicBezTo>
                  <a:pt x="8115045" y="1665149"/>
                  <a:pt x="8178885" y="1665365"/>
                  <a:pt x="8241874" y="1656967"/>
                </a:cubicBezTo>
                <a:cubicBezTo>
                  <a:pt x="8271398" y="1653031"/>
                  <a:pt x="8298895" y="1639643"/>
                  <a:pt x="8327791" y="1632419"/>
                </a:cubicBezTo>
                <a:cubicBezTo>
                  <a:pt x="8348030" y="1627359"/>
                  <a:pt x="8368866" y="1624977"/>
                  <a:pt x="8389160" y="1620145"/>
                </a:cubicBezTo>
                <a:cubicBezTo>
                  <a:pt x="8661638" y="1555268"/>
                  <a:pt x="8282869" y="1640353"/>
                  <a:pt x="8511898" y="1589461"/>
                </a:cubicBezTo>
                <a:lnTo>
                  <a:pt x="8732827" y="1595597"/>
                </a:lnTo>
                <a:cubicBezTo>
                  <a:pt x="8759477" y="1596685"/>
                  <a:pt x="8785950" y="1600839"/>
                  <a:pt x="8812607" y="1601734"/>
                </a:cubicBezTo>
                <a:lnTo>
                  <a:pt x="9647227" y="1626282"/>
                </a:lnTo>
                <a:cubicBezTo>
                  <a:pt x="9748389" y="1702155"/>
                  <a:pt x="9650462" y="1633283"/>
                  <a:pt x="9733144" y="1681514"/>
                </a:cubicBezTo>
                <a:cubicBezTo>
                  <a:pt x="9747692" y="1690000"/>
                  <a:pt x="9775305" y="1712574"/>
                  <a:pt x="9794513" y="1718336"/>
                </a:cubicBezTo>
                <a:cubicBezTo>
                  <a:pt x="9806431" y="1721912"/>
                  <a:pt x="9819311" y="1721267"/>
                  <a:pt x="9831334" y="1724473"/>
                </a:cubicBezTo>
                <a:cubicBezTo>
                  <a:pt x="9850086" y="1729473"/>
                  <a:pt x="9868001" y="1737233"/>
                  <a:pt x="9886567" y="1742883"/>
                </a:cubicBezTo>
                <a:cubicBezTo>
                  <a:pt x="9915061" y="1751555"/>
                  <a:pt x="9943386" y="1761066"/>
                  <a:pt x="9972483" y="1767431"/>
                </a:cubicBezTo>
                <a:cubicBezTo>
                  <a:pt x="10008950" y="1775408"/>
                  <a:pt x="10082948" y="1785842"/>
                  <a:pt x="10082948" y="1785842"/>
                </a:cubicBezTo>
                <a:cubicBezTo>
                  <a:pt x="10115678" y="1781751"/>
                  <a:pt x="10148747" y="1779797"/>
                  <a:pt x="10181138" y="1773568"/>
                </a:cubicBezTo>
                <a:cubicBezTo>
                  <a:pt x="10215765" y="1766909"/>
                  <a:pt x="10241914" y="1755394"/>
                  <a:pt x="10273192" y="1742883"/>
                </a:cubicBezTo>
                <a:cubicBezTo>
                  <a:pt x="10307968" y="1744929"/>
                  <a:pt x="10343158" y="1743293"/>
                  <a:pt x="10377520" y="1749020"/>
                </a:cubicBezTo>
                <a:cubicBezTo>
                  <a:pt x="10392887" y="1751581"/>
                  <a:pt x="10405891" y="1761961"/>
                  <a:pt x="10420478" y="1767431"/>
                </a:cubicBezTo>
                <a:cubicBezTo>
                  <a:pt x="10438649" y="1774245"/>
                  <a:pt x="10456932" y="1780943"/>
                  <a:pt x="10475710" y="1785842"/>
                </a:cubicBezTo>
                <a:cubicBezTo>
                  <a:pt x="10522760" y="1798116"/>
                  <a:pt x="10571331" y="1805590"/>
                  <a:pt x="10616859" y="1822663"/>
                </a:cubicBezTo>
                <a:cubicBezTo>
                  <a:pt x="10668819" y="1842148"/>
                  <a:pt x="10739174" y="1870781"/>
                  <a:pt x="10794830" y="1884032"/>
                </a:cubicBezTo>
                <a:cubicBezTo>
                  <a:pt x="10810874" y="1887852"/>
                  <a:pt x="10827560" y="1888123"/>
                  <a:pt x="10843925" y="1890169"/>
                </a:cubicBezTo>
                <a:lnTo>
                  <a:pt x="11077128" y="1865622"/>
                </a:lnTo>
                <a:cubicBezTo>
                  <a:pt x="11148836" y="1857186"/>
                  <a:pt x="11134860" y="1860697"/>
                  <a:pt x="11175318" y="1847211"/>
                </a:cubicBezTo>
                <a:cubicBezTo>
                  <a:pt x="11181455" y="1851302"/>
                  <a:pt x="11187063" y="1856328"/>
                  <a:pt x="11193729" y="1859485"/>
                </a:cubicBezTo>
                <a:cubicBezTo>
                  <a:pt x="11226016" y="1874779"/>
                  <a:pt x="11263340" y="1881007"/>
                  <a:pt x="11291920" y="1902443"/>
                </a:cubicBezTo>
                <a:cubicBezTo>
                  <a:pt x="11308285" y="1914717"/>
                  <a:pt x="11324099" y="1927762"/>
                  <a:pt x="11341015" y="1939265"/>
                </a:cubicBezTo>
                <a:cubicBezTo>
                  <a:pt x="11408292" y="1985014"/>
                  <a:pt x="11423377" y="1993592"/>
                  <a:pt x="11476027" y="2025181"/>
                </a:cubicBezTo>
                <a:cubicBezTo>
                  <a:pt x="11480118" y="2031318"/>
                  <a:pt x="11483086" y="2038376"/>
                  <a:pt x="11488301" y="2043592"/>
                </a:cubicBezTo>
                <a:cubicBezTo>
                  <a:pt x="11501012" y="2056304"/>
                  <a:pt x="11532602" y="2078966"/>
                  <a:pt x="11549670" y="2086551"/>
                </a:cubicBezTo>
                <a:cubicBezTo>
                  <a:pt x="11557378" y="2089976"/>
                  <a:pt x="11565947" y="2091033"/>
                  <a:pt x="11574218" y="2092687"/>
                </a:cubicBezTo>
                <a:lnTo>
                  <a:pt x="11764462" y="2129509"/>
                </a:lnTo>
                <a:cubicBezTo>
                  <a:pt x="11789010" y="2154057"/>
                  <a:pt x="11822579" y="2172102"/>
                  <a:pt x="11838105" y="2203152"/>
                </a:cubicBezTo>
                <a:cubicBezTo>
                  <a:pt x="11844242" y="2215426"/>
                  <a:pt x="11847731" y="2229431"/>
                  <a:pt x="11856516" y="2239973"/>
                </a:cubicBezTo>
                <a:cubicBezTo>
                  <a:pt x="11916683" y="2312174"/>
                  <a:pt x="11900587" y="2303759"/>
                  <a:pt x="11948569" y="2319753"/>
                </a:cubicBezTo>
                <a:cubicBezTo>
                  <a:pt x="11969025" y="2311571"/>
                  <a:pt x="11989934" y="2304439"/>
                  <a:pt x="12009938" y="2295206"/>
                </a:cubicBezTo>
                <a:cubicBezTo>
                  <a:pt x="12016635" y="2292115"/>
                  <a:pt x="12021443" y="2280342"/>
                  <a:pt x="12028349" y="2282932"/>
                </a:cubicBezTo>
                <a:cubicBezTo>
                  <a:pt x="12041893" y="2288011"/>
                  <a:pt x="12049164" y="2303041"/>
                  <a:pt x="12059034" y="2313616"/>
                </a:cubicBezTo>
                <a:cubicBezTo>
                  <a:pt x="12077812" y="2333735"/>
                  <a:pt x="12095599" y="2354762"/>
                  <a:pt x="12114266" y="2374985"/>
                </a:cubicBezTo>
                <a:cubicBezTo>
                  <a:pt x="12120153" y="2381362"/>
                  <a:pt x="12127349" y="2386545"/>
                  <a:pt x="12132677" y="2393396"/>
                </a:cubicBezTo>
                <a:cubicBezTo>
                  <a:pt x="12141733" y="2405040"/>
                  <a:pt x="12150060" y="2417323"/>
                  <a:pt x="12157224" y="2430218"/>
                </a:cubicBezTo>
                <a:cubicBezTo>
                  <a:pt x="12160365" y="2435873"/>
                  <a:pt x="12159320" y="2443577"/>
                  <a:pt x="12163361" y="2448628"/>
                </a:cubicBezTo>
                <a:cubicBezTo>
                  <a:pt x="12167969" y="2454387"/>
                  <a:pt x="12175635" y="2456811"/>
                  <a:pt x="12181772" y="2460902"/>
                </a:cubicBezTo>
                <a:lnTo>
                  <a:pt x="12200183" y="2473176"/>
                </a:lnTo>
                <a:cubicBezTo>
                  <a:pt x="12198137" y="1648784"/>
                  <a:pt x="12196092" y="824392"/>
                  <a:pt x="12194046" y="0"/>
                </a:cubicBezTo>
                <a:lnTo>
                  <a:pt x="0" y="12274"/>
                </a:lnTo>
                <a:close/>
              </a:path>
            </a:pathLst>
          </a:cu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0911DB0D-709B-1758-AB05-9DAC3A7E9BAA}"/>
              </a:ext>
            </a:extLst>
          </p:cNvPr>
          <p:cNvSpPr/>
          <p:nvPr/>
        </p:nvSpPr>
        <p:spPr>
          <a:xfrm>
            <a:off x="-6137" y="-12274"/>
            <a:ext cx="12200183" cy="2473176"/>
          </a:xfrm>
          <a:custGeom>
            <a:avLst/>
            <a:gdLst>
              <a:gd name="connsiteX0" fmla="*/ 0 w 12200183"/>
              <a:gd name="connsiteY0" fmla="*/ 12274 h 2473176"/>
              <a:gd name="connsiteX1" fmla="*/ 12274 w 12200183"/>
              <a:gd name="connsiteY1" fmla="*/ 1362395 h 2473176"/>
              <a:gd name="connsiteX2" fmla="*/ 36822 w 12200183"/>
              <a:gd name="connsiteY2" fmla="*/ 1386942 h 2473176"/>
              <a:gd name="connsiteX3" fmla="*/ 141149 w 12200183"/>
              <a:gd name="connsiteY3" fmla="*/ 1436038 h 2473176"/>
              <a:gd name="connsiteX4" fmla="*/ 190244 w 12200183"/>
              <a:gd name="connsiteY4" fmla="*/ 1466722 h 2473176"/>
              <a:gd name="connsiteX5" fmla="*/ 386626 w 12200183"/>
              <a:gd name="connsiteY5" fmla="*/ 1515818 h 2473176"/>
              <a:gd name="connsiteX6" fmla="*/ 558459 w 12200183"/>
              <a:gd name="connsiteY6" fmla="*/ 1497407 h 2473176"/>
              <a:gd name="connsiteX7" fmla="*/ 601418 w 12200183"/>
              <a:gd name="connsiteY7" fmla="*/ 1472859 h 2473176"/>
              <a:gd name="connsiteX8" fmla="*/ 742567 w 12200183"/>
              <a:gd name="connsiteY8" fmla="*/ 1386942 h 2473176"/>
              <a:gd name="connsiteX9" fmla="*/ 828483 w 12200183"/>
              <a:gd name="connsiteY9" fmla="*/ 1393079 h 2473176"/>
              <a:gd name="connsiteX10" fmla="*/ 914400 w 12200183"/>
              <a:gd name="connsiteY10" fmla="*/ 1417627 h 2473176"/>
              <a:gd name="connsiteX11" fmla="*/ 963495 w 12200183"/>
              <a:gd name="connsiteY11" fmla="*/ 1429901 h 2473176"/>
              <a:gd name="connsiteX12" fmla="*/ 1031001 w 12200183"/>
              <a:gd name="connsiteY12" fmla="*/ 1466722 h 2473176"/>
              <a:gd name="connsiteX13" fmla="*/ 1110781 w 12200183"/>
              <a:gd name="connsiteY13" fmla="*/ 1491270 h 2473176"/>
              <a:gd name="connsiteX14" fmla="*/ 1239656 w 12200183"/>
              <a:gd name="connsiteY14" fmla="*/ 1521955 h 2473176"/>
              <a:gd name="connsiteX15" fmla="*/ 1307163 w 12200183"/>
              <a:gd name="connsiteY15" fmla="*/ 1540365 h 2473176"/>
              <a:gd name="connsiteX16" fmla="*/ 1386942 w 12200183"/>
              <a:gd name="connsiteY16" fmla="*/ 1558776 h 2473176"/>
              <a:gd name="connsiteX17" fmla="*/ 1497407 w 12200183"/>
              <a:gd name="connsiteY17" fmla="*/ 1583324 h 2473176"/>
              <a:gd name="connsiteX18" fmla="*/ 1626282 w 12200183"/>
              <a:gd name="connsiteY18" fmla="*/ 1595597 h 2473176"/>
              <a:gd name="connsiteX19" fmla="*/ 1896306 w 12200183"/>
              <a:gd name="connsiteY19" fmla="*/ 1644693 h 2473176"/>
              <a:gd name="connsiteX20" fmla="*/ 2043592 w 12200183"/>
              <a:gd name="connsiteY20" fmla="*/ 1656967 h 2473176"/>
              <a:gd name="connsiteX21" fmla="*/ 2135646 w 12200183"/>
              <a:gd name="connsiteY21" fmla="*/ 1675377 h 2473176"/>
              <a:gd name="connsiteX22" fmla="*/ 2190878 w 12200183"/>
              <a:gd name="connsiteY22" fmla="*/ 1638556 h 2473176"/>
              <a:gd name="connsiteX23" fmla="*/ 2344301 w 12200183"/>
              <a:gd name="connsiteY23" fmla="*/ 1607871 h 2473176"/>
              <a:gd name="connsiteX24" fmla="*/ 2479313 w 12200183"/>
              <a:gd name="connsiteY24" fmla="*/ 1595597 h 2473176"/>
              <a:gd name="connsiteX25" fmla="*/ 2700242 w 12200183"/>
              <a:gd name="connsiteY25" fmla="*/ 1601734 h 2473176"/>
              <a:gd name="connsiteX26" fmla="*/ 2835254 w 12200183"/>
              <a:gd name="connsiteY26" fmla="*/ 1626282 h 2473176"/>
              <a:gd name="connsiteX27" fmla="*/ 3000950 w 12200183"/>
              <a:gd name="connsiteY27" fmla="*/ 1669240 h 2473176"/>
              <a:gd name="connsiteX28" fmla="*/ 3240290 w 12200183"/>
              <a:gd name="connsiteY28" fmla="*/ 1656967 h 2473176"/>
              <a:gd name="connsiteX29" fmla="*/ 3381439 w 12200183"/>
              <a:gd name="connsiteY29" fmla="*/ 1644693 h 2473176"/>
              <a:gd name="connsiteX30" fmla="*/ 3504177 w 12200183"/>
              <a:gd name="connsiteY30" fmla="*/ 1663104 h 2473176"/>
              <a:gd name="connsiteX31" fmla="*/ 3553273 w 12200183"/>
              <a:gd name="connsiteY31" fmla="*/ 1681514 h 2473176"/>
              <a:gd name="connsiteX32" fmla="*/ 3896940 w 12200183"/>
              <a:gd name="connsiteY32" fmla="*/ 1675377 h 2473176"/>
              <a:gd name="connsiteX33" fmla="*/ 4062636 w 12200183"/>
              <a:gd name="connsiteY33" fmla="*/ 1687651 h 2473176"/>
              <a:gd name="connsiteX34" fmla="*/ 4160827 w 12200183"/>
              <a:gd name="connsiteY34" fmla="*/ 1693788 h 2473176"/>
              <a:gd name="connsiteX35" fmla="*/ 4424714 w 12200183"/>
              <a:gd name="connsiteY35" fmla="*/ 1687651 h 2473176"/>
              <a:gd name="connsiteX36" fmla="*/ 5019995 w 12200183"/>
              <a:gd name="connsiteY36" fmla="*/ 1693788 h 2473176"/>
              <a:gd name="connsiteX37" fmla="*/ 5197965 w 12200183"/>
              <a:gd name="connsiteY37" fmla="*/ 1699925 h 2473176"/>
              <a:gd name="connsiteX38" fmla="*/ 5400483 w 12200183"/>
              <a:gd name="connsiteY38" fmla="*/ 1687651 h 2473176"/>
              <a:gd name="connsiteX39" fmla="*/ 5437305 w 12200183"/>
              <a:gd name="connsiteY39" fmla="*/ 1669240 h 2473176"/>
              <a:gd name="connsiteX40" fmla="*/ 5541632 w 12200183"/>
              <a:gd name="connsiteY40" fmla="*/ 1614008 h 2473176"/>
              <a:gd name="connsiteX41" fmla="*/ 5596865 w 12200183"/>
              <a:gd name="connsiteY41" fmla="*/ 1607871 h 2473176"/>
              <a:gd name="connsiteX42" fmla="*/ 5682781 w 12200183"/>
              <a:gd name="connsiteY42" fmla="*/ 1620145 h 2473176"/>
              <a:gd name="connsiteX43" fmla="*/ 6063270 w 12200183"/>
              <a:gd name="connsiteY43" fmla="*/ 1571050 h 2473176"/>
              <a:gd name="connsiteX44" fmla="*/ 6578771 w 12200183"/>
              <a:gd name="connsiteY44" fmla="*/ 1583324 h 2473176"/>
              <a:gd name="connsiteX45" fmla="*/ 6603318 w 12200183"/>
              <a:gd name="connsiteY45" fmla="*/ 1589461 h 2473176"/>
              <a:gd name="connsiteX46" fmla="*/ 6701509 w 12200183"/>
              <a:gd name="connsiteY46" fmla="*/ 1595597 h 2473176"/>
              <a:gd name="connsiteX47" fmla="*/ 6916301 w 12200183"/>
              <a:gd name="connsiteY47" fmla="*/ 1632419 h 2473176"/>
              <a:gd name="connsiteX48" fmla="*/ 6946985 w 12200183"/>
              <a:gd name="connsiteY48" fmla="*/ 1650830 h 2473176"/>
              <a:gd name="connsiteX49" fmla="*/ 7487034 w 12200183"/>
              <a:gd name="connsiteY49" fmla="*/ 1632419 h 2473176"/>
              <a:gd name="connsiteX50" fmla="*/ 7922754 w 12200183"/>
              <a:gd name="connsiteY50" fmla="*/ 1638556 h 2473176"/>
              <a:gd name="connsiteX51" fmla="*/ 7977987 w 12200183"/>
              <a:gd name="connsiteY51" fmla="*/ 1650830 h 2473176"/>
              <a:gd name="connsiteX52" fmla="*/ 8051630 w 12200183"/>
              <a:gd name="connsiteY52" fmla="*/ 1669240 h 2473176"/>
              <a:gd name="connsiteX53" fmla="*/ 8241874 w 12200183"/>
              <a:gd name="connsiteY53" fmla="*/ 1656967 h 2473176"/>
              <a:gd name="connsiteX54" fmla="*/ 8327791 w 12200183"/>
              <a:gd name="connsiteY54" fmla="*/ 1632419 h 2473176"/>
              <a:gd name="connsiteX55" fmla="*/ 8389160 w 12200183"/>
              <a:gd name="connsiteY55" fmla="*/ 1620145 h 2473176"/>
              <a:gd name="connsiteX56" fmla="*/ 8511898 w 12200183"/>
              <a:gd name="connsiteY56" fmla="*/ 1589461 h 2473176"/>
              <a:gd name="connsiteX57" fmla="*/ 8732827 w 12200183"/>
              <a:gd name="connsiteY57" fmla="*/ 1595597 h 2473176"/>
              <a:gd name="connsiteX58" fmla="*/ 8812607 w 12200183"/>
              <a:gd name="connsiteY58" fmla="*/ 1601734 h 2473176"/>
              <a:gd name="connsiteX59" fmla="*/ 9647227 w 12200183"/>
              <a:gd name="connsiteY59" fmla="*/ 1626282 h 2473176"/>
              <a:gd name="connsiteX60" fmla="*/ 9733144 w 12200183"/>
              <a:gd name="connsiteY60" fmla="*/ 1681514 h 2473176"/>
              <a:gd name="connsiteX61" fmla="*/ 9794513 w 12200183"/>
              <a:gd name="connsiteY61" fmla="*/ 1718336 h 2473176"/>
              <a:gd name="connsiteX62" fmla="*/ 9831334 w 12200183"/>
              <a:gd name="connsiteY62" fmla="*/ 1724473 h 2473176"/>
              <a:gd name="connsiteX63" fmla="*/ 9886567 w 12200183"/>
              <a:gd name="connsiteY63" fmla="*/ 1742883 h 2473176"/>
              <a:gd name="connsiteX64" fmla="*/ 9972483 w 12200183"/>
              <a:gd name="connsiteY64" fmla="*/ 1767431 h 2473176"/>
              <a:gd name="connsiteX65" fmla="*/ 10082948 w 12200183"/>
              <a:gd name="connsiteY65" fmla="*/ 1785842 h 2473176"/>
              <a:gd name="connsiteX66" fmla="*/ 10181138 w 12200183"/>
              <a:gd name="connsiteY66" fmla="*/ 1773568 h 2473176"/>
              <a:gd name="connsiteX67" fmla="*/ 10273192 w 12200183"/>
              <a:gd name="connsiteY67" fmla="*/ 1742883 h 2473176"/>
              <a:gd name="connsiteX68" fmla="*/ 10377520 w 12200183"/>
              <a:gd name="connsiteY68" fmla="*/ 1749020 h 2473176"/>
              <a:gd name="connsiteX69" fmla="*/ 10420478 w 12200183"/>
              <a:gd name="connsiteY69" fmla="*/ 1767431 h 2473176"/>
              <a:gd name="connsiteX70" fmla="*/ 10475710 w 12200183"/>
              <a:gd name="connsiteY70" fmla="*/ 1785842 h 2473176"/>
              <a:gd name="connsiteX71" fmla="*/ 10616859 w 12200183"/>
              <a:gd name="connsiteY71" fmla="*/ 1822663 h 2473176"/>
              <a:gd name="connsiteX72" fmla="*/ 10794830 w 12200183"/>
              <a:gd name="connsiteY72" fmla="*/ 1884032 h 2473176"/>
              <a:gd name="connsiteX73" fmla="*/ 10843925 w 12200183"/>
              <a:gd name="connsiteY73" fmla="*/ 1890169 h 2473176"/>
              <a:gd name="connsiteX74" fmla="*/ 11077128 w 12200183"/>
              <a:gd name="connsiteY74" fmla="*/ 1865622 h 2473176"/>
              <a:gd name="connsiteX75" fmla="*/ 11175318 w 12200183"/>
              <a:gd name="connsiteY75" fmla="*/ 1847211 h 2473176"/>
              <a:gd name="connsiteX76" fmla="*/ 11193729 w 12200183"/>
              <a:gd name="connsiteY76" fmla="*/ 1859485 h 2473176"/>
              <a:gd name="connsiteX77" fmla="*/ 11291920 w 12200183"/>
              <a:gd name="connsiteY77" fmla="*/ 1902443 h 2473176"/>
              <a:gd name="connsiteX78" fmla="*/ 11341015 w 12200183"/>
              <a:gd name="connsiteY78" fmla="*/ 1939265 h 2473176"/>
              <a:gd name="connsiteX79" fmla="*/ 11476027 w 12200183"/>
              <a:gd name="connsiteY79" fmla="*/ 2025181 h 2473176"/>
              <a:gd name="connsiteX80" fmla="*/ 11488301 w 12200183"/>
              <a:gd name="connsiteY80" fmla="*/ 2043592 h 2473176"/>
              <a:gd name="connsiteX81" fmla="*/ 11549670 w 12200183"/>
              <a:gd name="connsiteY81" fmla="*/ 2086551 h 2473176"/>
              <a:gd name="connsiteX82" fmla="*/ 11574218 w 12200183"/>
              <a:gd name="connsiteY82" fmla="*/ 2092687 h 2473176"/>
              <a:gd name="connsiteX83" fmla="*/ 11764462 w 12200183"/>
              <a:gd name="connsiteY83" fmla="*/ 2129509 h 2473176"/>
              <a:gd name="connsiteX84" fmla="*/ 11838105 w 12200183"/>
              <a:gd name="connsiteY84" fmla="*/ 2203152 h 2473176"/>
              <a:gd name="connsiteX85" fmla="*/ 11856516 w 12200183"/>
              <a:gd name="connsiteY85" fmla="*/ 2239973 h 2473176"/>
              <a:gd name="connsiteX86" fmla="*/ 11948569 w 12200183"/>
              <a:gd name="connsiteY86" fmla="*/ 2319753 h 2473176"/>
              <a:gd name="connsiteX87" fmla="*/ 12009938 w 12200183"/>
              <a:gd name="connsiteY87" fmla="*/ 2295206 h 2473176"/>
              <a:gd name="connsiteX88" fmla="*/ 12028349 w 12200183"/>
              <a:gd name="connsiteY88" fmla="*/ 2282932 h 2473176"/>
              <a:gd name="connsiteX89" fmla="*/ 12059034 w 12200183"/>
              <a:gd name="connsiteY89" fmla="*/ 2313616 h 2473176"/>
              <a:gd name="connsiteX90" fmla="*/ 12114266 w 12200183"/>
              <a:gd name="connsiteY90" fmla="*/ 2374985 h 2473176"/>
              <a:gd name="connsiteX91" fmla="*/ 12132677 w 12200183"/>
              <a:gd name="connsiteY91" fmla="*/ 2393396 h 2473176"/>
              <a:gd name="connsiteX92" fmla="*/ 12157224 w 12200183"/>
              <a:gd name="connsiteY92" fmla="*/ 2430218 h 2473176"/>
              <a:gd name="connsiteX93" fmla="*/ 12163361 w 12200183"/>
              <a:gd name="connsiteY93" fmla="*/ 2448628 h 2473176"/>
              <a:gd name="connsiteX94" fmla="*/ 12181772 w 12200183"/>
              <a:gd name="connsiteY94" fmla="*/ 2460902 h 2473176"/>
              <a:gd name="connsiteX95" fmla="*/ 12200183 w 12200183"/>
              <a:gd name="connsiteY95" fmla="*/ 2473176 h 2473176"/>
              <a:gd name="connsiteX96" fmla="*/ 12194046 w 12200183"/>
              <a:gd name="connsiteY96" fmla="*/ 0 h 2473176"/>
              <a:gd name="connsiteX97" fmla="*/ 0 w 12200183"/>
              <a:gd name="connsiteY97" fmla="*/ 12274 h 2473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12200183" h="2473176">
                <a:moveTo>
                  <a:pt x="0" y="12274"/>
                </a:moveTo>
                <a:lnTo>
                  <a:pt x="12274" y="1362395"/>
                </a:lnTo>
                <a:lnTo>
                  <a:pt x="36822" y="1386942"/>
                </a:lnTo>
                <a:cubicBezTo>
                  <a:pt x="71598" y="1403307"/>
                  <a:pt x="107050" y="1418306"/>
                  <a:pt x="141149" y="1436038"/>
                </a:cubicBezTo>
                <a:cubicBezTo>
                  <a:pt x="158271" y="1444941"/>
                  <a:pt x="172232" y="1459794"/>
                  <a:pt x="190244" y="1466722"/>
                </a:cubicBezTo>
                <a:cubicBezTo>
                  <a:pt x="241942" y="1486606"/>
                  <a:pt x="330010" y="1503686"/>
                  <a:pt x="386626" y="1515818"/>
                </a:cubicBezTo>
                <a:cubicBezTo>
                  <a:pt x="443904" y="1509681"/>
                  <a:pt x="501972" y="1508705"/>
                  <a:pt x="558459" y="1497407"/>
                </a:cubicBezTo>
                <a:cubicBezTo>
                  <a:pt x="574631" y="1494172"/>
                  <a:pt x="587791" y="1482150"/>
                  <a:pt x="601418" y="1472859"/>
                </a:cubicBezTo>
                <a:cubicBezTo>
                  <a:pt x="725388" y="1388333"/>
                  <a:pt x="649656" y="1421784"/>
                  <a:pt x="742567" y="1386942"/>
                </a:cubicBezTo>
                <a:cubicBezTo>
                  <a:pt x="771206" y="1388988"/>
                  <a:pt x="800218" y="1388032"/>
                  <a:pt x="828483" y="1393079"/>
                </a:cubicBezTo>
                <a:cubicBezTo>
                  <a:pt x="857804" y="1398315"/>
                  <a:pt x="885504" y="1410403"/>
                  <a:pt x="914400" y="1417627"/>
                </a:cubicBezTo>
                <a:lnTo>
                  <a:pt x="963495" y="1429901"/>
                </a:lnTo>
                <a:cubicBezTo>
                  <a:pt x="985997" y="1442175"/>
                  <a:pt x="1007341" y="1456864"/>
                  <a:pt x="1031001" y="1466722"/>
                </a:cubicBezTo>
                <a:cubicBezTo>
                  <a:pt x="1056684" y="1477423"/>
                  <a:pt x="1083988" y="1483768"/>
                  <a:pt x="1110781" y="1491270"/>
                </a:cubicBezTo>
                <a:cubicBezTo>
                  <a:pt x="1210039" y="1519063"/>
                  <a:pt x="1154269" y="1500609"/>
                  <a:pt x="1239656" y="1521955"/>
                </a:cubicBezTo>
                <a:cubicBezTo>
                  <a:pt x="1262284" y="1527612"/>
                  <a:pt x="1284535" y="1534708"/>
                  <a:pt x="1307163" y="1540365"/>
                </a:cubicBezTo>
                <a:cubicBezTo>
                  <a:pt x="1333640" y="1546984"/>
                  <a:pt x="1360700" y="1551278"/>
                  <a:pt x="1386942" y="1558776"/>
                </a:cubicBezTo>
                <a:cubicBezTo>
                  <a:pt x="1488144" y="1587691"/>
                  <a:pt x="1380000" y="1571583"/>
                  <a:pt x="1497407" y="1583324"/>
                </a:cubicBezTo>
                <a:cubicBezTo>
                  <a:pt x="1559219" y="1603928"/>
                  <a:pt x="1461387" y="1573112"/>
                  <a:pt x="1626282" y="1595597"/>
                </a:cubicBezTo>
                <a:cubicBezTo>
                  <a:pt x="1802547" y="1619633"/>
                  <a:pt x="1746170" y="1626819"/>
                  <a:pt x="1896306" y="1644693"/>
                </a:cubicBezTo>
                <a:cubicBezTo>
                  <a:pt x="1945226" y="1650517"/>
                  <a:pt x="1994497" y="1652876"/>
                  <a:pt x="2043592" y="1656967"/>
                </a:cubicBezTo>
                <a:cubicBezTo>
                  <a:pt x="2074277" y="1663104"/>
                  <a:pt x="2104595" y="1679258"/>
                  <a:pt x="2135646" y="1675377"/>
                </a:cubicBezTo>
                <a:cubicBezTo>
                  <a:pt x="2157602" y="1672632"/>
                  <a:pt x="2170734" y="1647712"/>
                  <a:pt x="2190878" y="1638556"/>
                </a:cubicBezTo>
                <a:cubicBezTo>
                  <a:pt x="2253327" y="1610170"/>
                  <a:pt x="2279117" y="1613303"/>
                  <a:pt x="2344301" y="1607871"/>
                </a:cubicBezTo>
                <a:cubicBezTo>
                  <a:pt x="2398583" y="1594300"/>
                  <a:pt x="2386845" y="1595597"/>
                  <a:pt x="2479313" y="1595597"/>
                </a:cubicBezTo>
                <a:cubicBezTo>
                  <a:pt x="2552984" y="1595597"/>
                  <a:pt x="2626599" y="1599688"/>
                  <a:pt x="2700242" y="1601734"/>
                </a:cubicBezTo>
                <a:cubicBezTo>
                  <a:pt x="2742682" y="1608263"/>
                  <a:pt x="2792996" y="1614208"/>
                  <a:pt x="2835254" y="1626282"/>
                </a:cubicBezTo>
                <a:cubicBezTo>
                  <a:pt x="2995981" y="1672205"/>
                  <a:pt x="2814111" y="1631873"/>
                  <a:pt x="3000950" y="1669240"/>
                </a:cubicBezTo>
                <a:lnTo>
                  <a:pt x="3240290" y="1656967"/>
                </a:lnTo>
                <a:cubicBezTo>
                  <a:pt x="3287419" y="1653926"/>
                  <a:pt x="3381439" y="1644693"/>
                  <a:pt x="3381439" y="1644693"/>
                </a:cubicBezTo>
                <a:cubicBezTo>
                  <a:pt x="3422352" y="1650830"/>
                  <a:pt x="3463725" y="1654436"/>
                  <a:pt x="3504177" y="1663104"/>
                </a:cubicBezTo>
                <a:cubicBezTo>
                  <a:pt x="3521267" y="1666766"/>
                  <a:pt x="3535803" y="1680968"/>
                  <a:pt x="3553273" y="1681514"/>
                </a:cubicBezTo>
                <a:cubicBezTo>
                  <a:pt x="3667791" y="1685092"/>
                  <a:pt x="3782384" y="1677423"/>
                  <a:pt x="3896940" y="1675377"/>
                </a:cubicBezTo>
                <a:lnTo>
                  <a:pt x="4062636" y="1687651"/>
                </a:lnTo>
                <a:cubicBezTo>
                  <a:pt x="4095351" y="1689933"/>
                  <a:pt x="4128033" y="1693788"/>
                  <a:pt x="4160827" y="1693788"/>
                </a:cubicBezTo>
                <a:cubicBezTo>
                  <a:pt x="4248813" y="1693788"/>
                  <a:pt x="4336752" y="1689697"/>
                  <a:pt x="4424714" y="1687651"/>
                </a:cubicBezTo>
                <a:lnTo>
                  <a:pt x="5019995" y="1693788"/>
                </a:lnTo>
                <a:cubicBezTo>
                  <a:pt x="5079346" y="1694730"/>
                  <a:pt x="5138614" y="1700882"/>
                  <a:pt x="5197965" y="1699925"/>
                </a:cubicBezTo>
                <a:cubicBezTo>
                  <a:pt x="5265586" y="1698834"/>
                  <a:pt x="5332977" y="1691742"/>
                  <a:pt x="5400483" y="1687651"/>
                </a:cubicBezTo>
                <a:cubicBezTo>
                  <a:pt x="5412757" y="1681514"/>
                  <a:pt x="5425538" y="1676300"/>
                  <a:pt x="5437305" y="1669240"/>
                </a:cubicBezTo>
                <a:cubicBezTo>
                  <a:pt x="5485976" y="1640038"/>
                  <a:pt x="5488489" y="1626512"/>
                  <a:pt x="5541632" y="1614008"/>
                </a:cubicBezTo>
                <a:cubicBezTo>
                  <a:pt x="5559664" y="1609765"/>
                  <a:pt x="5578454" y="1609917"/>
                  <a:pt x="5596865" y="1607871"/>
                </a:cubicBezTo>
                <a:cubicBezTo>
                  <a:pt x="5625504" y="1611962"/>
                  <a:pt x="5653892" y="1621665"/>
                  <a:pt x="5682781" y="1620145"/>
                </a:cubicBezTo>
                <a:cubicBezTo>
                  <a:pt x="5802571" y="1613841"/>
                  <a:pt x="5940593" y="1590420"/>
                  <a:pt x="6063270" y="1571050"/>
                </a:cubicBezTo>
                <a:lnTo>
                  <a:pt x="6578771" y="1583324"/>
                </a:lnTo>
                <a:cubicBezTo>
                  <a:pt x="6587200" y="1583611"/>
                  <a:pt x="6594926" y="1588622"/>
                  <a:pt x="6603318" y="1589461"/>
                </a:cubicBezTo>
                <a:cubicBezTo>
                  <a:pt x="6635949" y="1592724"/>
                  <a:pt x="6668779" y="1593552"/>
                  <a:pt x="6701509" y="1595597"/>
                </a:cubicBezTo>
                <a:cubicBezTo>
                  <a:pt x="6773106" y="1607871"/>
                  <a:pt x="6845431" y="1616473"/>
                  <a:pt x="6916301" y="1632419"/>
                </a:cubicBezTo>
                <a:cubicBezTo>
                  <a:pt x="6927938" y="1635037"/>
                  <a:pt x="6935058" y="1650655"/>
                  <a:pt x="6946985" y="1650830"/>
                </a:cubicBezTo>
                <a:cubicBezTo>
                  <a:pt x="7013037" y="1651801"/>
                  <a:pt x="7352329" y="1637807"/>
                  <a:pt x="7487034" y="1632419"/>
                </a:cubicBezTo>
                <a:cubicBezTo>
                  <a:pt x="7632274" y="1634465"/>
                  <a:pt x="7777602" y="1633113"/>
                  <a:pt x="7922754" y="1638556"/>
                </a:cubicBezTo>
                <a:cubicBezTo>
                  <a:pt x="7941601" y="1639263"/>
                  <a:pt x="7959640" y="1646462"/>
                  <a:pt x="7977987" y="1650830"/>
                </a:cubicBezTo>
                <a:cubicBezTo>
                  <a:pt x="8002602" y="1656691"/>
                  <a:pt x="8027082" y="1663103"/>
                  <a:pt x="8051630" y="1669240"/>
                </a:cubicBezTo>
                <a:cubicBezTo>
                  <a:pt x="8115045" y="1665149"/>
                  <a:pt x="8178885" y="1665365"/>
                  <a:pt x="8241874" y="1656967"/>
                </a:cubicBezTo>
                <a:cubicBezTo>
                  <a:pt x="8271398" y="1653031"/>
                  <a:pt x="8298895" y="1639643"/>
                  <a:pt x="8327791" y="1632419"/>
                </a:cubicBezTo>
                <a:cubicBezTo>
                  <a:pt x="8348030" y="1627359"/>
                  <a:pt x="8368866" y="1624977"/>
                  <a:pt x="8389160" y="1620145"/>
                </a:cubicBezTo>
                <a:cubicBezTo>
                  <a:pt x="8661638" y="1555268"/>
                  <a:pt x="8282869" y="1640353"/>
                  <a:pt x="8511898" y="1589461"/>
                </a:cubicBezTo>
                <a:lnTo>
                  <a:pt x="8732827" y="1595597"/>
                </a:lnTo>
                <a:cubicBezTo>
                  <a:pt x="8759477" y="1596685"/>
                  <a:pt x="8785950" y="1600839"/>
                  <a:pt x="8812607" y="1601734"/>
                </a:cubicBezTo>
                <a:lnTo>
                  <a:pt x="9647227" y="1626282"/>
                </a:lnTo>
                <a:cubicBezTo>
                  <a:pt x="9748389" y="1702155"/>
                  <a:pt x="9650462" y="1633283"/>
                  <a:pt x="9733144" y="1681514"/>
                </a:cubicBezTo>
                <a:cubicBezTo>
                  <a:pt x="9747692" y="1690000"/>
                  <a:pt x="9775305" y="1712574"/>
                  <a:pt x="9794513" y="1718336"/>
                </a:cubicBezTo>
                <a:cubicBezTo>
                  <a:pt x="9806431" y="1721912"/>
                  <a:pt x="9819311" y="1721267"/>
                  <a:pt x="9831334" y="1724473"/>
                </a:cubicBezTo>
                <a:cubicBezTo>
                  <a:pt x="9850086" y="1729473"/>
                  <a:pt x="9868001" y="1737233"/>
                  <a:pt x="9886567" y="1742883"/>
                </a:cubicBezTo>
                <a:cubicBezTo>
                  <a:pt x="9915061" y="1751555"/>
                  <a:pt x="9943386" y="1761066"/>
                  <a:pt x="9972483" y="1767431"/>
                </a:cubicBezTo>
                <a:cubicBezTo>
                  <a:pt x="10008950" y="1775408"/>
                  <a:pt x="10082948" y="1785842"/>
                  <a:pt x="10082948" y="1785842"/>
                </a:cubicBezTo>
                <a:cubicBezTo>
                  <a:pt x="10115678" y="1781751"/>
                  <a:pt x="10148747" y="1779797"/>
                  <a:pt x="10181138" y="1773568"/>
                </a:cubicBezTo>
                <a:cubicBezTo>
                  <a:pt x="10215765" y="1766909"/>
                  <a:pt x="10241914" y="1755394"/>
                  <a:pt x="10273192" y="1742883"/>
                </a:cubicBezTo>
                <a:cubicBezTo>
                  <a:pt x="10307968" y="1744929"/>
                  <a:pt x="10343158" y="1743293"/>
                  <a:pt x="10377520" y="1749020"/>
                </a:cubicBezTo>
                <a:cubicBezTo>
                  <a:pt x="10392887" y="1751581"/>
                  <a:pt x="10405891" y="1761961"/>
                  <a:pt x="10420478" y="1767431"/>
                </a:cubicBezTo>
                <a:cubicBezTo>
                  <a:pt x="10438649" y="1774245"/>
                  <a:pt x="10456932" y="1780943"/>
                  <a:pt x="10475710" y="1785842"/>
                </a:cubicBezTo>
                <a:cubicBezTo>
                  <a:pt x="10522760" y="1798116"/>
                  <a:pt x="10571331" y="1805590"/>
                  <a:pt x="10616859" y="1822663"/>
                </a:cubicBezTo>
                <a:cubicBezTo>
                  <a:pt x="10668819" y="1842148"/>
                  <a:pt x="10739174" y="1870781"/>
                  <a:pt x="10794830" y="1884032"/>
                </a:cubicBezTo>
                <a:cubicBezTo>
                  <a:pt x="10810874" y="1887852"/>
                  <a:pt x="10827560" y="1888123"/>
                  <a:pt x="10843925" y="1890169"/>
                </a:cubicBezTo>
                <a:lnTo>
                  <a:pt x="11077128" y="1865622"/>
                </a:lnTo>
                <a:cubicBezTo>
                  <a:pt x="11148836" y="1857186"/>
                  <a:pt x="11134860" y="1860697"/>
                  <a:pt x="11175318" y="1847211"/>
                </a:cubicBezTo>
                <a:cubicBezTo>
                  <a:pt x="11181455" y="1851302"/>
                  <a:pt x="11187063" y="1856328"/>
                  <a:pt x="11193729" y="1859485"/>
                </a:cubicBezTo>
                <a:cubicBezTo>
                  <a:pt x="11226016" y="1874779"/>
                  <a:pt x="11263340" y="1881007"/>
                  <a:pt x="11291920" y="1902443"/>
                </a:cubicBezTo>
                <a:cubicBezTo>
                  <a:pt x="11308285" y="1914717"/>
                  <a:pt x="11324099" y="1927762"/>
                  <a:pt x="11341015" y="1939265"/>
                </a:cubicBezTo>
                <a:cubicBezTo>
                  <a:pt x="11408292" y="1985014"/>
                  <a:pt x="11423377" y="1993592"/>
                  <a:pt x="11476027" y="2025181"/>
                </a:cubicBezTo>
                <a:cubicBezTo>
                  <a:pt x="11480118" y="2031318"/>
                  <a:pt x="11483086" y="2038376"/>
                  <a:pt x="11488301" y="2043592"/>
                </a:cubicBezTo>
                <a:cubicBezTo>
                  <a:pt x="11501012" y="2056304"/>
                  <a:pt x="11532602" y="2078966"/>
                  <a:pt x="11549670" y="2086551"/>
                </a:cubicBezTo>
                <a:cubicBezTo>
                  <a:pt x="11557378" y="2089976"/>
                  <a:pt x="11565947" y="2091033"/>
                  <a:pt x="11574218" y="2092687"/>
                </a:cubicBezTo>
                <a:lnTo>
                  <a:pt x="11764462" y="2129509"/>
                </a:lnTo>
                <a:cubicBezTo>
                  <a:pt x="11789010" y="2154057"/>
                  <a:pt x="11822579" y="2172102"/>
                  <a:pt x="11838105" y="2203152"/>
                </a:cubicBezTo>
                <a:cubicBezTo>
                  <a:pt x="11844242" y="2215426"/>
                  <a:pt x="11847731" y="2229431"/>
                  <a:pt x="11856516" y="2239973"/>
                </a:cubicBezTo>
                <a:cubicBezTo>
                  <a:pt x="11916683" y="2312174"/>
                  <a:pt x="11900587" y="2303759"/>
                  <a:pt x="11948569" y="2319753"/>
                </a:cubicBezTo>
                <a:cubicBezTo>
                  <a:pt x="11969025" y="2311571"/>
                  <a:pt x="11989934" y="2304439"/>
                  <a:pt x="12009938" y="2295206"/>
                </a:cubicBezTo>
                <a:cubicBezTo>
                  <a:pt x="12016635" y="2292115"/>
                  <a:pt x="12021443" y="2280342"/>
                  <a:pt x="12028349" y="2282932"/>
                </a:cubicBezTo>
                <a:cubicBezTo>
                  <a:pt x="12041893" y="2288011"/>
                  <a:pt x="12049164" y="2303041"/>
                  <a:pt x="12059034" y="2313616"/>
                </a:cubicBezTo>
                <a:cubicBezTo>
                  <a:pt x="12077812" y="2333735"/>
                  <a:pt x="12095599" y="2354762"/>
                  <a:pt x="12114266" y="2374985"/>
                </a:cubicBezTo>
                <a:cubicBezTo>
                  <a:pt x="12120153" y="2381362"/>
                  <a:pt x="12127349" y="2386545"/>
                  <a:pt x="12132677" y="2393396"/>
                </a:cubicBezTo>
                <a:cubicBezTo>
                  <a:pt x="12141733" y="2405040"/>
                  <a:pt x="12150060" y="2417323"/>
                  <a:pt x="12157224" y="2430218"/>
                </a:cubicBezTo>
                <a:cubicBezTo>
                  <a:pt x="12160365" y="2435873"/>
                  <a:pt x="12159320" y="2443577"/>
                  <a:pt x="12163361" y="2448628"/>
                </a:cubicBezTo>
                <a:cubicBezTo>
                  <a:pt x="12167969" y="2454387"/>
                  <a:pt x="12175635" y="2456811"/>
                  <a:pt x="12181772" y="2460902"/>
                </a:cubicBezTo>
                <a:lnTo>
                  <a:pt x="12200183" y="2473176"/>
                </a:lnTo>
                <a:cubicBezTo>
                  <a:pt x="12198137" y="1648784"/>
                  <a:pt x="12196092" y="824392"/>
                  <a:pt x="12194046" y="0"/>
                </a:cubicBezTo>
                <a:lnTo>
                  <a:pt x="0" y="12274"/>
                </a:lnTo>
                <a:close/>
              </a:path>
            </a:pathLst>
          </a:cu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9CED142-1F10-7B93-D54C-620D68F15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Équations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B1AFB0-0FE0-1DFD-9701-263D3F01A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22939"/>
          </a:xfrm>
        </p:spPr>
        <p:txBody>
          <a:bodyPr/>
          <a:lstStyle/>
          <a:p>
            <a:r>
              <a:rPr lang="en-US" altLang="zh-CN" dirty="0" err="1"/>
              <a:t>Équation</a:t>
            </a:r>
            <a:r>
              <a:rPr lang="en-US" altLang="zh-CN" dirty="0"/>
              <a:t> de Richards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1EE40F5-2837-DAA3-5996-877BDCED3AC1}"/>
              </a:ext>
            </a:extLst>
          </p:cNvPr>
          <p:cNvSpPr txBox="1">
            <a:spLocks/>
          </p:cNvSpPr>
          <p:nvPr/>
        </p:nvSpPr>
        <p:spPr>
          <a:xfrm>
            <a:off x="838200" y="3614320"/>
            <a:ext cx="10515600" cy="5229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err="1"/>
              <a:t>Équation</a:t>
            </a:r>
            <a:r>
              <a:rPr lang="en-US" altLang="zh-CN" dirty="0"/>
              <a:t> de </a:t>
            </a:r>
            <a:r>
              <a:rPr lang="en-US" altLang="zh-CN" dirty="0" err="1"/>
              <a:t>Boussinesq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8570271-1338-5959-AF33-453A638A5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617" y="2600325"/>
            <a:ext cx="5238750" cy="82867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53DE218-E418-6A17-D3B5-F7396F31C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5650" y="4410526"/>
            <a:ext cx="5600700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434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E22BC8-532B-A237-87D0-6E629D5B5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0D3E80AE-8064-4E35-9594-E2485BE04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5100" y="5393690"/>
            <a:ext cx="4441553" cy="722422"/>
          </a:xfrm>
          <a:prstGeom prst="rect">
            <a:avLst/>
          </a:prstGeom>
        </p:spPr>
      </p:pic>
      <p:sp>
        <p:nvSpPr>
          <p:cNvPr id="6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C72C5F3-DCC1-4AD7-E444-BF5B11815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</a:rPr>
              <a:t>Dupuit-Richards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147322-9096-5B6F-EAD9-77437AF52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1533956"/>
            <a:ext cx="8276026" cy="147127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FR" altLang="zh-C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Coupler l'équation de </a:t>
            </a:r>
            <a:r>
              <a:rPr lang="fr-FR" altLang="zh-CN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Boussinesq</a:t>
            </a:r>
            <a:r>
              <a:rPr lang="fr-FR" altLang="zh-C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pour l'écoulement latéral saturé avec une famille de modèles de Richards verticaux indépendants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659D66F1-7F52-C11A-6CBA-73673A553D41}"/>
              </a:ext>
            </a:extLst>
          </p:cNvPr>
          <p:cNvSpPr txBox="1">
            <a:spLocks/>
          </p:cNvSpPr>
          <p:nvPr/>
        </p:nvSpPr>
        <p:spPr>
          <a:xfrm>
            <a:off x="549442" y="3005228"/>
            <a:ext cx="4513446" cy="34318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err="1"/>
              <a:t>Équation</a:t>
            </a:r>
            <a:r>
              <a:rPr lang="en-US" altLang="zh-CN" dirty="0"/>
              <a:t> de Richards </a:t>
            </a:r>
            <a:r>
              <a:rPr lang="en-US" altLang="zh-CN" dirty="0" err="1"/>
              <a:t>modifiée</a:t>
            </a:r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5AFCD3E-54A0-D131-EB4D-86B897E36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5100" y="3345082"/>
            <a:ext cx="4467023" cy="61778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144AFE4B-41FB-E81D-4E2A-24648A2BC6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6761" y="4306047"/>
            <a:ext cx="3736004" cy="767672"/>
          </a:xfrm>
          <a:prstGeom prst="rect">
            <a:avLst/>
          </a:prstGeom>
        </p:spPr>
      </p:pic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BEBA3EF0-674B-C913-964E-A279446E2325}"/>
              </a:ext>
            </a:extLst>
          </p:cNvPr>
          <p:cNvSpPr txBox="1">
            <a:spLocks/>
          </p:cNvSpPr>
          <p:nvPr/>
        </p:nvSpPr>
        <p:spPr>
          <a:xfrm>
            <a:off x="549442" y="4016658"/>
            <a:ext cx="4513446" cy="34318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err="1"/>
              <a:t>Équation</a:t>
            </a:r>
            <a:r>
              <a:rPr lang="en-US" altLang="zh-CN" dirty="0"/>
              <a:t> de </a:t>
            </a:r>
            <a:r>
              <a:rPr lang="en-US" altLang="zh-CN" dirty="0" err="1"/>
              <a:t>Boussinesq</a:t>
            </a:r>
            <a:r>
              <a:rPr lang="en-US" altLang="zh-CN" dirty="0"/>
              <a:t> </a:t>
            </a:r>
            <a:r>
              <a:rPr lang="en-US" altLang="zh-CN" dirty="0" err="1"/>
              <a:t>modifiée</a:t>
            </a:r>
            <a:endParaRPr lang="zh-CN" altLang="en-US" dirty="0"/>
          </a:p>
        </p:txBody>
      </p: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46794C57-AF3F-6CC2-B363-16D5AEE0BF57}"/>
              </a:ext>
            </a:extLst>
          </p:cNvPr>
          <p:cNvSpPr txBox="1">
            <a:spLocks/>
          </p:cNvSpPr>
          <p:nvPr/>
        </p:nvSpPr>
        <p:spPr>
          <a:xfrm>
            <a:off x="549442" y="5152451"/>
            <a:ext cx="4513446" cy="34318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É</a:t>
            </a:r>
            <a:r>
              <a:rPr lang="fr-FR" altLang="zh-CN" dirty="0" err="1"/>
              <a:t>quation</a:t>
            </a:r>
            <a:r>
              <a:rPr lang="fr-FR" altLang="zh-CN" dirty="0"/>
              <a:t>  d'équilibre de la nappe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7576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65AB98-BDF1-76FD-6ABE-24EEF7F41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DFCA2118-59A2-4310-A4B2-F2CBA821E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40492"/>
            <a:ext cx="12192000" cy="1924333"/>
          </a:xfrm>
          <a:custGeom>
            <a:avLst/>
            <a:gdLst>
              <a:gd name="connsiteX0" fmla="*/ 6189199 w 12192000"/>
              <a:gd name="connsiteY0" fmla="*/ 588 h 1924333"/>
              <a:gd name="connsiteX1" fmla="*/ 6207079 w 12192000"/>
              <a:gd name="connsiteY1" fmla="*/ 2850 h 1924333"/>
              <a:gd name="connsiteX2" fmla="*/ 6285610 w 12192000"/>
              <a:gd name="connsiteY2" fmla="*/ 18131 h 1924333"/>
              <a:gd name="connsiteX3" fmla="*/ 6378008 w 12192000"/>
              <a:gd name="connsiteY3" fmla="*/ 24625 h 1924333"/>
              <a:gd name="connsiteX4" fmla="*/ 6466340 w 12192000"/>
              <a:gd name="connsiteY4" fmla="*/ 21366 h 1924333"/>
              <a:gd name="connsiteX5" fmla="*/ 6553334 w 12192000"/>
              <a:gd name="connsiteY5" fmla="*/ 35307 h 1924333"/>
              <a:gd name="connsiteX6" fmla="*/ 6626068 w 12192000"/>
              <a:gd name="connsiteY6" fmla="*/ 58045 h 1924333"/>
              <a:gd name="connsiteX7" fmla="*/ 6692303 w 12192000"/>
              <a:gd name="connsiteY7" fmla="*/ 91487 h 1924333"/>
              <a:gd name="connsiteX8" fmla="*/ 6733670 w 12192000"/>
              <a:gd name="connsiteY8" fmla="*/ 118130 h 1924333"/>
              <a:gd name="connsiteX9" fmla="*/ 6798016 w 12192000"/>
              <a:gd name="connsiteY9" fmla="*/ 112271 h 1924333"/>
              <a:gd name="connsiteX10" fmla="*/ 6801081 w 12192000"/>
              <a:gd name="connsiteY10" fmla="*/ 114963 h 1924333"/>
              <a:gd name="connsiteX11" fmla="*/ 6819351 w 12192000"/>
              <a:gd name="connsiteY11" fmla="*/ 128825 h 1924333"/>
              <a:gd name="connsiteX12" fmla="*/ 6852732 w 12192000"/>
              <a:gd name="connsiteY12" fmla="*/ 123321 h 1924333"/>
              <a:gd name="connsiteX13" fmla="*/ 6865247 w 12192000"/>
              <a:gd name="connsiteY13" fmla="*/ 128836 h 1924333"/>
              <a:gd name="connsiteX14" fmla="*/ 6905517 w 12192000"/>
              <a:gd name="connsiteY14" fmla="*/ 129265 h 1924333"/>
              <a:gd name="connsiteX15" fmla="*/ 6950286 w 12192000"/>
              <a:gd name="connsiteY15" fmla="*/ 150104 h 1924333"/>
              <a:gd name="connsiteX16" fmla="*/ 7003442 w 12192000"/>
              <a:gd name="connsiteY16" fmla="*/ 136136 h 1924333"/>
              <a:gd name="connsiteX17" fmla="*/ 7160047 w 12192000"/>
              <a:gd name="connsiteY17" fmla="*/ 166721 h 1924333"/>
              <a:gd name="connsiteX18" fmla="*/ 7325604 w 12192000"/>
              <a:gd name="connsiteY18" fmla="*/ 215867 h 1924333"/>
              <a:gd name="connsiteX19" fmla="*/ 7540522 w 12192000"/>
              <a:gd name="connsiteY19" fmla="*/ 239374 h 1924333"/>
              <a:gd name="connsiteX20" fmla="*/ 7612071 w 12192000"/>
              <a:gd name="connsiteY20" fmla="*/ 229553 h 1924333"/>
              <a:gd name="connsiteX21" fmla="*/ 7651995 w 12192000"/>
              <a:gd name="connsiteY21" fmla="*/ 244567 h 1924333"/>
              <a:gd name="connsiteX22" fmla="*/ 7725761 w 12192000"/>
              <a:gd name="connsiteY22" fmla="*/ 258638 h 1924333"/>
              <a:gd name="connsiteX23" fmla="*/ 7823038 w 12192000"/>
              <a:gd name="connsiteY23" fmla="*/ 287078 h 1924333"/>
              <a:gd name="connsiteX24" fmla="*/ 7866405 w 12192000"/>
              <a:gd name="connsiteY24" fmla="*/ 287288 h 1924333"/>
              <a:gd name="connsiteX25" fmla="*/ 7875021 w 12192000"/>
              <a:gd name="connsiteY25" fmla="*/ 288224 h 1924333"/>
              <a:gd name="connsiteX26" fmla="*/ 7875146 w 12192000"/>
              <a:gd name="connsiteY26" fmla="*/ 288614 h 1924333"/>
              <a:gd name="connsiteX27" fmla="*/ 7907443 w 12192000"/>
              <a:gd name="connsiteY27" fmla="*/ 291752 h 1924333"/>
              <a:gd name="connsiteX28" fmla="*/ 7912892 w 12192000"/>
              <a:gd name="connsiteY28" fmla="*/ 294833 h 1924333"/>
              <a:gd name="connsiteX29" fmla="*/ 7946345 w 12192000"/>
              <a:gd name="connsiteY29" fmla="*/ 319359 h 1924333"/>
              <a:gd name="connsiteX30" fmla="*/ 8021238 w 12192000"/>
              <a:gd name="connsiteY30" fmla="*/ 315159 h 1924333"/>
              <a:gd name="connsiteX31" fmla="*/ 8094697 w 12192000"/>
              <a:gd name="connsiteY31" fmla="*/ 351819 h 1924333"/>
              <a:gd name="connsiteX32" fmla="*/ 8155208 w 12192000"/>
              <a:gd name="connsiteY32" fmla="*/ 371168 h 1924333"/>
              <a:gd name="connsiteX33" fmla="*/ 8248472 w 12192000"/>
              <a:gd name="connsiteY33" fmla="*/ 400489 h 1924333"/>
              <a:gd name="connsiteX34" fmla="*/ 8300068 w 12192000"/>
              <a:gd name="connsiteY34" fmla="*/ 405531 h 1924333"/>
              <a:gd name="connsiteX35" fmla="*/ 8356293 w 12192000"/>
              <a:gd name="connsiteY35" fmla="*/ 403328 h 1924333"/>
              <a:gd name="connsiteX36" fmla="*/ 8475838 w 12192000"/>
              <a:gd name="connsiteY36" fmla="*/ 435524 h 1924333"/>
              <a:gd name="connsiteX37" fmla="*/ 8575216 w 12192000"/>
              <a:gd name="connsiteY37" fmla="*/ 450198 h 1924333"/>
              <a:gd name="connsiteX38" fmla="*/ 8588650 w 12192000"/>
              <a:gd name="connsiteY38" fmla="*/ 447070 h 1924333"/>
              <a:gd name="connsiteX39" fmla="*/ 8612184 w 12192000"/>
              <a:gd name="connsiteY39" fmla="*/ 439577 h 1924333"/>
              <a:gd name="connsiteX40" fmla="*/ 8630713 w 12192000"/>
              <a:gd name="connsiteY40" fmla="*/ 433015 h 1924333"/>
              <a:gd name="connsiteX41" fmla="*/ 8704240 w 12192000"/>
              <a:gd name="connsiteY41" fmla="*/ 422865 h 1924333"/>
              <a:gd name="connsiteX42" fmla="*/ 8829513 w 12192000"/>
              <a:gd name="connsiteY42" fmla="*/ 429389 h 1924333"/>
              <a:gd name="connsiteX43" fmla="*/ 9083651 w 12192000"/>
              <a:gd name="connsiteY43" fmla="*/ 390744 h 1924333"/>
              <a:gd name="connsiteX44" fmla="*/ 9371402 w 12192000"/>
              <a:gd name="connsiteY44" fmla="*/ 371809 h 1924333"/>
              <a:gd name="connsiteX45" fmla="*/ 9429586 w 12192000"/>
              <a:gd name="connsiteY45" fmla="*/ 369213 h 1924333"/>
              <a:gd name="connsiteX46" fmla="*/ 9489757 w 12192000"/>
              <a:gd name="connsiteY46" fmla="*/ 377814 h 1924333"/>
              <a:gd name="connsiteX47" fmla="*/ 9516954 w 12192000"/>
              <a:gd name="connsiteY47" fmla="*/ 376991 h 1924333"/>
              <a:gd name="connsiteX48" fmla="*/ 9645588 w 12192000"/>
              <a:gd name="connsiteY48" fmla="*/ 363590 h 1924333"/>
              <a:gd name="connsiteX49" fmla="*/ 9722896 w 12192000"/>
              <a:gd name="connsiteY49" fmla="*/ 360983 h 1924333"/>
              <a:gd name="connsiteX50" fmla="*/ 9752803 w 12192000"/>
              <a:gd name="connsiteY50" fmla="*/ 368492 h 1924333"/>
              <a:gd name="connsiteX51" fmla="*/ 9890305 w 12192000"/>
              <a:gd name="connsiteY51" fmla="*/ 380736 h 1924333"/>
              <a:gd name="connsiteX52" fmla="*/ 9939767 w 12192000"/>
              <a:gd name="connsiteY52" fmla="*/ 377776 h 1924333"/>
              <a:gd name="connsiteX53" fmla="*/ 9944355 w 12192000"/>
              <a:gd name="connsiteY53" fmla="*/ 377352 h 1924333"/>
              <a:gd name="connsiteX54" fmla="*/ 9953719 w 12192000"/>
              <a:gd name="connsiteY54" fmla="*/ 375642 h 1924333"/>
              <a:gd name="connsiteX55" fmla="*/ 9955809 w 12192000"/>
              <a:gd name="connsiteY55" fmla="*/ 376294 h 1924333"/>
              <a:gd name="connsiteX56" fmla="*/ 10032710 w 12192000"/>
              <a:gd name="connsiteY56" fmla="*/ 394940 h 1924333"/>
              <a:gd name="connsiteX57" fmla="*/ 10049925 w 12192000"/>
              <a:gd name="connsiteY57" fmla="*/ 404971 h 1924333"/>
              <a:gd name="connsiteX58" fmla="*/ 10112671 w 12192000"/>
              <a:gd name="connsiteY58" fmla="*/ 414549 h 1924333"/>
              <a:gd name="connsiteX59" fmla="*/ 10170853 w 12192000"/>
              <a:gd name="connsiteY59" fmla="*/ 435168 h 1924333"/>
              <a:gd name="connsiteX60" fmla="*/ 10290184 w 12192000"/>
              <a:gd name="connsiteY60" fmla="*/ 448123 h 1924333"/>
              <a:gd name="connsiteX61" fmla="*/ 10320158 w 12192000"/>
              <a:gd name="connsiteY61" fmla="*/ 458352 h 1924333"/>
              <a:gd name="connsiteX62" fmla="*/ 10321815 w 12192000"/>
              <a:gd name="connsiteY62" fmla="*/ 463087 h 1924333"/>
              <a:gd name="connsiteX63" fmla="*/ 10373742 w 12192000"/>
              <a:gd name="connsiteY63" fmla="*/ 464538 h 1924333"/>
              <a:gd name="connsiteX64" fmla="*/ 10428532 w 12192000"/>
              <a:gd name="connsiteY64" fmla="*/ 492504 h 1924333"/>
              <a:gd name="connsiteX65" fmla="*/ 10466490 w 12192000"/>
              <a:gd name="connsiteY65" fmla="*/ 517759 h 1924333"/>
              <a:gd name="connsiteX66" fmla="*/ 10466675 w 12192000"/>
              <a:gd name="connsiteY66" fmla="*/ 522076 h 1924333"/>
              <a:gd name="connsiteX67" fmla="*/ 10470309 w 12192000"/>
              <a:gd name="connsiteY67" fmla="*/ 522792 h 1924333"/>
              <a:gd name="connsiteX68" fmla="*/ 10474138 w 12192000"/>
              <a:gd name="connsiteY68" fmla="*/ 519761 h 1924333"/>
              <a:gd name="connsiteX69" fmla="*/ 10501100 w 12192000"/>
              <a:gd name="connsiteY69" fmla="*/ 528263 h 1924333"/>
              <a:gd name="connsiteX70" fmla="*/ 10502395 w 12192000"/>
              <a:gd name="connsiteY70" fmla="*/ 536393 h 1924333"/>
              <a:gd name="connsiteX71" fmla="*/ 10689496 w 12192000"/>
              <a:gd name="connsiteY71" fmla="*/ 560233 h 1924333"/>
              <a:gd name="connsiteX72" fmla="*/ 10788736 w 12192000"/>
              <a:gd name="connsiteY72" fmla="*/ 613188 h 1924333"/>
              <a:gd name="connsiteX73" fmla="*/ 10819747 w 12192000"/>
              <a:gd name="connsiteY73" fmla="*/ 621351 h 1924333"/>
              <a:gd name="connsiteX74" fmla="*/ 10864632 w 12192000"/>
              <a:gd name="connsiteY74" fmla="*/ 644858 h 1924333"/>
              <a:gd name="connsiteX75" fmla="*/ 10929407 w 12192000"/>
              <a:gd name="connsiteY75" fmla="*/ 652945 h 1924333"/>
              <a:gd name="connsiteX76" fmla="*/ 10979412 w 12192000"/>
              <a:gd name="connsiteY76" fmla="*/ 654217 h 1924333"/>
              <a:gd name="connsiteX77" fmla="*/ 11006959 w 12192000"/>
              <a:gd name="connsiteY77" fmla="*/ 657017 h 1924333"/>
              <a:gd name="connsiteX78" fmla="*/ 11077038 w 12192000"/>
              <a:gd name="connsiteY78" fmla="*/ 668487 h 1924333"/>
              <a:gd name="connsiteX79" fmla="*/ 11157850 w 12192000"/>
              <a:gd name="connsiteY79" fmla="*/ 693164 h 1924333"/>
              <a:gd name="connsiteX80" fmla="*/ 11175276 w 12192000"/>
              <a:gd name="connsiteY80" fmla="*/ 697243 h 1924333"/>
              <a:gd name="connsiteX81" fmla="*/ 11191131 w 12192000"/>
              <a:gd name="connsiteY81" fmla="*/ 696085 h 1924333"/>
              <a:gd name="connsiteX82" fmla="*/ 11195573 w 12192000"/>
              <a:gd name="connsiteY82" fmla="*/ 691751 h 1924333"/>
              <a:gd name="connsiteX83" fmla="*/ 11205299 w 12192000"/>
              <a:gd name="connsiteY83" fmla="*/ 693247 h 1924333"/>
              <a:gd name="connsiteX84" fmla="*/ 11223770 w 12192000"/>
              <a:gd name="connsiteY84" fmla="*/ 690335 h 1924333"/>
              <a:gd name="connsiteX85" fmla="*/ 11292119 w 12192000"/>
              <a:gd name="connsiteY85" fmla="*/ 713311 h 1924333"/>
              <a:gd name="connsiteX86" fmla="*/ 11435379 w 12192000"/>
              <a:gd name="connsiteY86" fmla="*/ 758519 h 1924333"/>
              <a:gd name="connsiteX87" fmla="*/ 11604406 w 12192000"/>
              <a:gd name="connsiteY87" fmla="*/ 810476 h 1924333"/>
              <a:gd name="connsiteX88" fmla="*/ 11652155 w 12192000"/>
              <a:gd name="connsiteY88" fmla="*/ 825109 h 1924333"/>
              <a:gd name="connsiteX89" fmla="*/ 11654192 w 12192000"/>
              <a:gd name="connsiteY89" fmla="*/ 827301 h 1924333"/>
              <a:gd name="connsiteX90" fmla="*/ 11676599 w 12192000"/>
              <a:gd name="connsiteY90" fmla="*/ 846628 h 1924333"/>
              <a:gd name="connsiteX91" fmla="*/ 11775168 w 12192000"/>
              <a:gd name="connsiteY91" fmla="*/ 890664 h 1924333"/>
              <a:gd name="connsiteX92" fmla="*/ 11826341 w 12192000"/>
              <a:gd name="connsiteY92" fmla="*/ 877558 h 1924333"/>
              <a:gd name="connsiteX93" fmla="*/ 11879068 w 12192000"/>
              <a:gd name="connsiteY93" fmla="*/ 874038 h 1924333"/>
              <a:gd name="connsiteX94" fmla="*/ 11889563 w 12192000"/>
              <a:gd name="connsiteY94" fmla="*/ 878619 h 1924333"/>
              <a:gd name="connsiteX95" fmla="*/ 12016613 w 12192000"/>
              <a:gd name="connsiteY95" fmla="*/ 886111 h 1924333"/>
              <a:gd name="connsiteX96" fmla="*/ 12108292 w 12192000"/>
              <a:gd name="connsiteY96" fmla="*/ 868500 h 1924333"/>
              <a:gd name="connsiteX97" fmla="*/ 12182910 w 12192000"/>
              <a:gd name="connsiteY97" fmla="*/ 882003 h 1924333"/>
              <a:gd name="connsiteX98" fmla="*/ 12192000 w 12192000"/>
              <a:gd name="connsiteY98" fmla="*/ 884778 h 1924333"/>
              <a:gd name="connsiteX99" fmla="*/ 12192000 w 12192000"/>
              <a:gd name="connsiteY99" fmla="*/ 1610315 h 1924333"/>
              <a:gd name="connsiteX100" fmla="*/ 12191998 w 12192000"/>
              <a:gd name="connsiteY100" fmla="*/ 1610315 h 1924333"/>
              <a:gd name="connsiteX101" fmla="*/ 12191998 w 12192000"/>
              <a:gd name="connsiteY101" fmla="*/ 1924333 h 1924333"/>
              <a:gd name="connsiteX102" fmla="*/ 0 w 12192000"/>
              <a:gd name="connsiteY102" fmla="*/ 1924333 h 1924333"/>
              <a:gd name="connsiteX103" fmla="*/ 0 w 12192000"/>
              <a:gd name="connsiteY103" fmla="*/ 505159 h 1924333"/>
              <a:gd name="connsiteX104" fmla="*/ 5722 w 12192000"/>
              <a:gd name="connsiteY104" fmla="*/ 508889 h 1924333"/>
              <a:gd name="connsiteX105" fmla="*/ 38476 w 12192000"/>
              <a:gd name="connsiteY105" fmla="*/ 524137 h 1924333"/>
              <a:gd name="connsiteX106" fmla="*/ 192883 w 12192000"/>
              <a:gd name="connsiteY106" fmla="*/ 545272 h 1924333"/>
              <a:gd name="connsiteX107" fmla="*/ 343710 w 12192000"/>
              <a:gd name="connsiteY107" fmla="*/ 565029 h 1924333"/>
              <a:gd name="connsiteX108" fmla="*/ 471066 w 12192000"/>
              <a:gd name="connsiteY108" fmla="*/ 549837 h 1924333"/>
              <a:gd name="connsiteX109" fmla="*/ 617333 w 12192000"/>
              <a:gd name="connsiteY109" fmla="*/ 526428 h 1924333"/>
              <a:gd name="connsiteX110" fmla="*/ 725203 w 12192000"/>
              <a:gd name="connsiteY110" fmla="*/ 523793 h 1924333"/>
              <a:gd name="connsiteX111" fmla="*/ 788494 w 12192000"/>
              <a:gd name="connsiteY111" fmla="*/ 505799 h 1924333"/>
              <a:gd name="connsiteX112" fmla="*/ 885977 w 12192000"/>
              <a:gd name="connsiteY112" fmla="*/ 526585 h 1924333"/>
              <a:gd name="connsiteX113" fmla="*/ 932142 w 12192000"/>
              <a:gd name="connsiteY113" fmla="*/ 528005 h 1924333"/>
              <a:gd name="connsiteX114" fmla="*/ 1090404 w 12192000"/>
              <a:gd name="connsiteY114" fmla="*/ 498299 h 1924333"/>
              <a:gd name="connsiteX115" fmla="*/ 1188628 w 12192000"/>
              <a:gd name="connsiteY115" fmla="*/ 483151 h 1924333"/>
              <a:gd name="connsiteX116" fmla="*/ 1316247 w 12192000"/>
              <a:gd name="connsiteY116" fmla="*/ 425979 h 1924333"/>
              <a:gd name="connsiteX117" fmla="*/ 1357712 w 12192000"/>
              <a:gd name="connsiteY117" fmla="*/ 416549 h 1924333"/>
              <a:gd name="connsiteX118" fmla="*/ 1425921 w 12192000"/>
              <a:gd name="connsiteY118" fmla="*/ 413953 h 1924333"/>
              <a:gd name="connsiteX119" fmla="*/ 1503817 w 12192000"/>
              <a:gd name="connsiteY119" fmla="*/ 380457 h 1924333"/>
              <a:gd name="connsiteX120" fmla="*/ 1639196 w 12192000"/>
              <a:gd name="connsiteY120" fmla="*/ 372785 h 1924333"/>
              <a:gd name="connsiteX121" fmla="*/ 1705606 w 12192000"/>
              <a:gd name="connsiteY121" fmla="*/ 359023 h 1924333"/>
              <a:gd name="connsiteX122" fmla="*/ 1813011 w 12192000"/>
              <a:gd name="connsiteY122" fmla="*/ 331023 h 1924333"/>
              <a:gd name="connsiteX123" fmla="*/ 1831380 w 12192000"/>
              <a:gd name="connsiteY123" fmla="*/ 341307 h 1924333"/>
              <a:gd name="connsiteX124" fmla="*/ 1858612 w 12192000"/>
              <a:gd name="connsiteY124" fmla="*/ 326777 h 1924333"/>
              <a:gd name="connsiteX125" fmla="*/ 1880661 w 12192000"/>
              <a:gd name="connsiteY125" fmla="*/ 335987 h 1924333"/>
              <a:gd name="connsiteX126" fmla="*/ 1941495 w 12192000"/>
              <a:gd name="connsiteY126" fmla="*/ 310792 h 1924333"/>
              <a:gd name="connsiteX127" fmla="*/ 1995402 w 12192000"/>
              <a:gd name="connsiteY127" fmla="*/ 305480 h 1924333"/>
              <a:gd name="connsiteX128" fmla="*/ 2223864 w 12192000"/>
              <a:gd name="connsiteY128" fmla="*/ 266118 h 1924333"/>
              <a:gd name="connsiteX129" fmla="*/ 2418043 w 12192000"/>
              <a:gd name="connsiteY129" fmla="*/ 215314 h 1924333"/>
              <a:gd name="connsiteX130" fmla="*/ 2558461 w 12192000"/>
              <a:gd name="connsiteY130" fmla="*/ 168193 h 1924333"/>
              <a:gd name="connsiteX131" fmla="*/ 2595535 w 12192000"/>
              <a:gd name="connsiteY131" fmla="*/ 158548 h 1924333"/>
              <a:gd name="connsiteX132" fmla="*/ 2626942 w 12192000"/>
              <a:gd name="connsiteY132" fmla="*/ 130400 h 1924333"/>
              <a:gd name="connsiteX133" fmla="*/ 2632225 w 12192000"/>
              <a:gd name="connsiteY133" fmla="*/ 130446 h 1924333"/>
              <a:gd name="connsiteX134" fmla="*/ 2696856 w 12192000"/>
              <a:gd name="connsiteY134" fmla="*/ 128498 h 1924333"/>
              <a:gd name="connsiteX135" fmla="*/ 2759767 w 12192000"/>
              <a:gd name="connsiteY135" fmla="*/ 127784 h 1924333"/>
              <a:gd name="connsiteX136" fmla="*/ 2792685 w 12192000"/>
              <a:gd name="connsiteY136" fmla="*/ 115710 h 1924333"/>
              <a:gd name="connsiteX137" fmla="*/ 2799767 w 12192000"/>
              <a:gd name="connsiteY137" fmla="*/ 113754 h 1924333"/>
              <a:gd name="connsiteX138" fmla="*/ 2829799 w 12192000"/>
              <a:gd name="connsiteY138" fmla="*/ 120042 h 1924333"/>
              <a:gd name="connsiteX139" fmla="*/ 2890704 w 12192000"/>
              <a:gd name="connsiteY139" fmla="*/ 121493 h 1924333"/>
              <a:gd name="connsiteX140" fmla="*/ 3042646 w 12192000"/>
              <a:gd name="connsiteY140" fmla="*/ 112273 h 1924333"/>
              <a:gd name="connsiteX141" fmla="*/ 3146630 w 12192000"/>
              <a:gd name="connsiteY141" fmla="*/ 100898 h 1924333"/>
              <a:gd name="connsiteX142" fmla="*/ 3233163 w 12192000"/>
              <a:gd name="connsiteY142" fmla="*/ 120200 h 1924333"/>
              <a:gd name="connsiteX143" fmla="*/ 3372699 w 12192000"/>
              <a:gd name="connsiteY143" fmla="*/ 129394 h 1924333"/>
              <a:gd name="connsiteX144" fmla="*/ 3394352 w 12192000"/>
              <a:gd name="connsiteY144" fmla="*/ 131671 h 1924333"/>
              <a:gd name="connsiteX145" fmla="*/ 3448218 w 12192000"/>
              <a:gd name="connsiteY145" fmla="*/ 118229 h 1924333"/>
              <a:gd name="connsiteX146" fmla="*/ 3505047 w 12192000"/>
              <a:gd name="connsiteY146" fmla="*/ 115412 h 1924333"/>
              <a:gd name="connsiteX147" fmla="*/ 3521767 w 12192000"/>
              <a:gd name="connsiteY147" fmla="*/ 111071 h 1924333"/>
              <a:gd name="connsiteX148" fmla="*/ 3585137 w 12192000"/>
              <a:gd name="connsiteY148" fmla="*/ 114371 h 1924333"/>
              <a:gd name="connsiteX149" fmla="*/ 3690293 w 12192000"/>
              <a:gd name="connsiteY149" fmla="*/ 98301 h 1924333"/>
              <a:gd name="connsiteX150" fmla="*/ 3867818 w 12192000"/>
              <a:gd name="connsiteY150" fmla="*/ 88985 h 1924333"/>
              <a:gd name="connsiteX151" fmla="*/ 4091337 w 12192000"/>
              <a:gd name="connsiteY151" fmla="*/ 70813 h 1924333"/>
              <a:gd name="connsiteX152" fmla="*/ 4246332 w 12192000"/>
              <a:gd name="connsiteY152" fmla="*/ 41697 h 1924333"/>
              <a:gd name="connsiteX153" fmla="*/ 4266975 w 12192000"/>
              <a:gd name="connsiteY153" fmla="*/ 46592 h 1924333"/>
              <a:gd name="connsiteX154" fmla="*/ 4270566 w 12192000"/>
              <a:gd name="connsiteY154" fmla="*/ 47620 h 1924333"/>
              <a:gd name="connsiteX155" fmla="*/ 4288964 w 12192000"/>
              <a:gd name="connsiteY155" fmla="*/ 52766 h 1924333"/>
              <a:gd name="connsiteX156" fmla="*/ 4365137 w 12192000"/>
              <a:gd name="connsiteY156" fmla="*/ 51783 h 1924333"/>
              <a:gd name="connsiteX157" fmla="*/ 4430546 w 12192000"/>
              <a:gd name="connsiteY157" fmla="*/ 44555 h 1924333"/>
              <a:gd name="connsiteX158" fmla="*/ 4444136 w 12192000"/>
              <a:gd name="connsiteY158" fmla="*/ 39567 h 1924333"/>
              <a:gd name="connsiteX159" fmla="*/ 4534039 w 12192000"/>
              <a:gd name="connsiteY159" fmla="*/ 31604 h 1924333"/>
              <a:gd name="connsiteX160" fmla="*/ 4560448 w 12192000"/>
              <a:gd name="connsiteY160" fmla="*/ 25231 h 1924333"/>
              <a:gd name="connsiteX161" fmla="*/ 4568006 w 12192000"/>
              <a:gd name="connsiteY161" fmla="*/ 25970 h 1924333"/>
              <a:gd name="connsiteX162" fmla="*/ 4595497 w 12192000"/>
              <a:gd name="connsiteY162" fmla="*/ 22958 h 1924333"/>
              <a:gd name="connsiteX163" fmla="*/ 4608623 w 12192000"/>
              <a:gd name="connsiteY163" fmla="*/ 18108 h 1924333"/>
              <a:gd name="connsiteX164" fmla="*/ 4623942 w 12192000"/>
              <a:gd name="connsiteY164" fmla="*/ 22251 h 1924333"/>
              <a:gd name="connsiteX165" fmla="*/ 4664336 w 12192000"/>
              <a:gd name="connsiteY165" fmla="*/ 23306 h 1924333"/>
              <a:gd name="connsiteX166" fmla="*/ 4677385 w 12192000"/>
              <a:gd name="connsiteY166" fmla="*/ 18246 h 1924333"/>
              <a:gd name="connsiteX167" fmla="*/ 4698143 w 12192000"/>
              <a:gd name="connsiteY167" fmla="*/ 18036 h 1924333"/>
              <a:gd name="connsiteX168" fmla="*/ 4750609 w 12192000"/>
              <a:gd name="connsiteY168" fmla="*/ 23611 h 1924333"/>
              <a:gd name="connsiteX169" fmla="*/ 4784658 w 12192000"/>
              <a:gd name="connsiteY169" fmla="*/ 25057 h 1924333"/>
              <a:gd name="connsiteX170" fmla="*/ 4847558 w 12192000"/>
              <a:gd name="connsiteY170" fmla="*/ 38726 h 1924333"/>
              <a:gd name="connsiteX171" fmla="*/ 4909134 w 12192000"/>
              <a:gd name="connsiteY171" fmla="*/ 50659 h 1924333"/>
              <a:gd name="connsiteX172" fmla="*/ 5099219 w 12192000"/>
              <a:gd name="connsiteY172" fmla="*/ 55050 h 1924333"/>
              <a:gd name="connsiteX173" fmla="*/ 5184992 w 12192000"/>
              <a:gd name="connsiteY173" fmla="*/ 67596 h 1924333"/>
              <a:gd name="connsiteX174" fmla="*/ 5229637 w 12192000"/>
              <a:gd name="connsiteY174" fmla="*/ 67789 h 1924333"/>
              <a:gd name="connsiteX175" fmla="*/ 5389346 w 12192000"/>
              <a:gd name="connsiteY175" fmla="*/ 80211 h 1924333"/>
              <a:gd name="connsiteX176" fmla="*/ 5494414 w 12192000"/>
              <a:gd name="connsiteY176" fmla="*/ 75926 h 1924333"/>
              <a:gd name="connsiteX177" fmla="*/ 5528443 w 12192000"/>
              <a:gd name="connsiteY177" fmla="*/ 77206 h 1924333"/>
              <a:gd name="connsiteX178" fmla="*/ 5684939 w 12192000"/>
              <a:gd name="connsiteY178" fmla="*/ 50269 h 1924333"/>
              <a:gd name="connsiteX179" fmla="*/ 5765146 w 12192000"/>
              <a:gd name="connsiteY179" fmla="*/ 50414 h 1924333"/>
              <a:gd name="connsiteX180" fmla="*/ 5848655 w 12192000"/>
              <a:gd name="connsiteY180" fmla="*/ 35257 h 1924333"/>
              <a:gd name="connsiteX181" fmla="*/ 5930656 w 12192000"/>
              <a:gd name="connsiteY181" fmla="*/ 30131 h 1924333"/>
              <a:gd name="connsiteX182" fmla="*/ 6124150 w 12192000"/>
              <a:gd name="connsiteY182" fmla="*/ 31679 h 1924333"/>
              <a:gd name="connsiteX183" fmla="*/ 6189199 w 12192000"/>
              <a:gd name="connsiteY183" fmla="*/ 588 h 1924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</a:cxnLst>
            <a:rect l="l" t="t" r="r" b="b"/>
            <a:pathLst>
              <a:path w="12192000" h="1924333">
                <a:moveTo>
                  <a:pt x="6189199" y="588"/>
                </a:moveTo>
                <a:cubicBezTo>
                  <a:pt x="6196356" y="-574"/>
                  <a:pt x="6202609" y="-108"/>
                  <a:pt x="6207079" y="2850"/>
                </a:cubicBezTo>
                <a:cubicBezTo>
                  <a:pt x="6222026" y="2749"/>
                  <a:pt x="6273489" y="3767"/>
                  <a:pt x="6285610" y="18131"/>
                </a:cubicBezTo>
                <a:cubicBezTo>
                  <a:pt x="6307255" y="18685"/>
                  <a:pt x="6357141" y="23793"/>
                  <a:pt x="6378008" y="24625"/>
                </a:cubicBezTo>
                <a:cubicBezTo>
                  <a:pt x="6409946" y="30645"/>
                  <a:pt x="6438307" y="10375"/>
                  <a:pt x="6466340" y="21366"/>
                </a:cubicBezTo>
                <a:cubicBezTo>
                  <a:pt x="6488276" y="31229"/>
                  <a:pt x="6529854" y="28110"/>
                  <a:pt x="6553334" y="35307"/>
                </a:cubicBezTo>
                <a:cubicBezTo>
                  <a:pt x="6561737" y="48059"/>
                  <a:pt x="6609188" y="62087"/>
                  <a:pt x="6626068" y="58045"/>
                </a:cubicBezTo>
                <a:cubicBezTo>
                  <a:pt x="6660952" y="66570"/>
                  <a:pt x="6666277" y="84716"/>
                  <a:pt x="6692303" y="91487"/>
                </a:cubicBezTo>
                <a:lnTo>
                  <a:pt x="6733670" y="118130"/>
                </a:lnTo>
                <a:lnTo>
                  <a:pt x="6798016" y="112271"/>
                </a:lnTo>
                <a:lnTo>
                  <a:pt x="6801081" y="114963"/>
                </a:lnTo>
                <a:cubicBezTo>
                  <a:pt x="6806919" y="120140"/>
                  <a:pt x="6812832" y="125016"/>
                  <a:pt x="6819351" y="128825"/>
                </a:cubicBezTo>
                <a:cubicBezTo>
                  <a:pt x="6825742" y="109997"/>
                  <a:pt x="6840132" y="116541"/>
                  <a:pt x="6852732" y="123321"/>
                </a:cubicBezTo>
                <a:lnTo>
                  <a:pt x="6865247" y="128836"/>
                </a:lnTo>
                <a:lnTo>
                  <a:pt x="6905517" y="129265"/>
                </a:lnTo>
                <a:cubicBezTo>
                  <a:pt x="6934052" y="140042"/>
                  <a:pt x="6939773" y="141556"/>
                  <a:pt x="6950286" y="150104"/>
                </a:cubicBezTo>
                <a:lnTo>
                  <a:pt x="7003442" y="136136"/>
                </a:lnTo>
                <a:lnTo>
                  <a:pt x="7160047" y="166721"/>
                </a:lnTo>
                <a:cubicBezTo>
                  <a:pt x="7207281" y="179911"/>
                  <a:pt x="7280644" y="210197"/>
                  <a:pt x="7325604" y="215867"/>
                </a:cubicBezTo>
                <a:cubicBezTo>
                  <a:pt x="7460113" y="233904"/>
                  <a:pt x="7393081" y="242880"/>
                  <a:pt x="7540522" y="239374"/>
                </a:cubicBezTo>
                <a:cubicBezTo>
                  <a:pt x="7545714" y="234872"/>
                  <a:pt x="7605972" y="231727"/>
                  <a:pt x="7612071" y="229553"/>
                </a:cubicBezTo>
                <a:lnTo>
                  <a:pt x="7651995" y="244567"/>
                </a:lnTo>
                <a:lnTo>
                  <a:pt x="7725761" y="258638"/>
                </a:lnTo>
                <a:lnTo>
                  <a:pt x="7823038" y="287078"/>
                </a:lnTo>
                <a:cubicBezTo>
                  <a:pt x="7837080" y="286482"/>
                  <a:pt x="7851647" y="286498"/>
                  <a:pt x="7866405" y="287288"/>
                </a:cubicBezTo>
                <a:lnTo>
                  <a:pt x="7875021" y="288224"/>
                </a:lnTo>
                <a:cubicBezTo>
                  <a:pt x="7875062" y="288354"/>
                  <a:pt x="7875105" y="288483"/>
                  <a:pt x="7875146" y="288614"/>
                </a:cubicBezTo>
                <a:cubicBezTo>
                  <a:pt x="7880550" y="289202"/>
                  <a:pt x="7901153" y="290716"/>
                  <a:pt x="7907443" y="291752"/>
                </a:cubicBezTo>
                <a:lnTo>
                  <a:pt x="7912892" y="294833"/>
                </a:lnTo>
                <a:lnTo>
                  <a:pt x="7946345" y="319359"/>
                </a:lnTo>
                <a:cubicBezTo>
                  <a:pt x="7958657" y="312776"/>
                  <a:pt x="7996513" y="309749"/>
                  <a:pt x="8021238" y="315159"/>
                </a:cubicBezTo>
                <a:cubicBezTo>
                  <a:pt x="8045964" y="320570"/>
                  <a:pt x="8058169" y="340462"/>
                  <a:pt x="8094697" y="351819"/>
                </a:cubicBezTo>
                <a:cubicBezTo>
                  <a:pt x="8129587" y="361154"/>
                  <a:pt x="8116181" y="360544"/>
                  <a:pt x="8155208" y="371168"/>
                </a:cubicBezTo>
                <a:cubicBezTo>
                  <a:pt x="8196217" y="383300"/>
                  <a:pt x="8205468" y="391801"/>
                  <a:pt x="8248472" y="400489"/>
                </a:cubicBezTo>
                <a:cubicBezTo>
                  <a:pt x="8283932" y="419791"/>
                  <a:pt x="8278617" y="392031"/>
                  <a:pt x="8300068" y="405531"/>
                </a:cubicBezTo>
                <a:lnTo>
                  <a:pt x="8356293" y="403328"/>
                </a:lnTo>
                <a:cubicBezTo>
                  <a:pt x="8377247" y="404463"/>
                  <a:pt x="8438442" y="433194"/>
                  <a:pt x="8475838" y="435524"/>
                </a:cubicBezTo>
                <a:cubicBezTo>
                  <a:pt x="8510241" y="438037"/>
                  <a:pt x="8545511" y="449840"/>
                  <a:pt x="8575216" y="450198"/>
                </a:cubicBezTo>
                <a:lnTo>
                  <a:pt x="8588650" y="447070"/>
                </a:lnTo>
                <a:lnTo>
                  <a:pt x="8612184" y="439577"/>
                </a:lnTo>
                <a:lnTo>
                  <a:pt x="8630713" y="433015"/>
                </a:lnTo>
                <a:cubicBezTo>
                  <a:pt x="8635870" y="429519"/>
                  <a:pt x="8700685" y="428411"/>
                  <a:pt x="8704240" y="422865"/>
                </a:cubicBezTo>
                <a:cubicBezTo>
                  <a:pt x="8761777" y="429549"/>
                  <a:pt x="8768302" y="427178"/>
                  <a:pt x="8829513" y="429389"/>
                </a:cubicBezTo>
                <a:cubicBezTo>
                  <a:pt x="8922895" y="444672"/>
                  <a:pt x="8924579" y="401507"/>
                  <a:pt x="9083651" y="390744"/>
                </a:cubicBezTo>
                <a:cubicBezTo>
                  <a:pt x="9138403" y="388032"/>
                  <a:pt x="9315003" y="378647"/>
                  <a:pt x="9371402" y="371809"/>
                </a:cubicBezTo>
                <a:cubicBezTo>
                  <a:pt x="9358632" y="337502"/>
                  <a:pt x="9402842" y="379364"/>
                  <a:pt x="9429586" y="369213"/>
                </a:cubicBezTo>
                <a:cubicBezTo>
                  <a:pt x="9449312" y="370213"/>
                  <a:pt x="9473938" y="373270"/>
                  <a:pt x="9489757" y="377814"/>
                </a:cubicBezTo>
                <a:cubicBezTo>
                  <a:pt x="9498164" y="379256"/>
                  <a:pt x="9507139" y="379272"/>
                  <a:pt x="9516954" y="376991"/>
                </a:cubicBezTo>
                <a:cubicBezTo>
                  <a:pt x="9548430" y="354766"/>
                  <a:pt x="9591874" y="370315"/>
                  <a:pt x="9645588" y="363590"/>
                </a:cubicBezTo>
                <a:cubicBezTo>
                  <a:pt x="9660487" y="368814"/>
                  <a:pt x="9710817" y="350550"/>
                  <a:pt x="9722896" y="360983"/>
                </a:cubicBezTo>
                <a:cubicBezTo>
                  <a:pt x="9733918" y="362239"/>
                  <a:pt x="9745201" y="356679"/>
                  <a:pt x="9752803" y="368492"/>
                </a:cubicBezTo>
                <a:cubicBezTo>
                  <a:pt x="9793268" y="374490"/>
                  <a:pt x="9843313" y="380978"/>
                  <a:pt x="9890305" y="380736"/>
                </a:cubicBezTo>
                <a:cubicBezTo>
                  <a:pt x="9912701" y="380083"/>
                  <a:pt x="9926523" y="379037"/>
                  <a:pt x="9939767" y="377776"/>
                </a:cubicBezTo>
                <a:lnTo>
                  <a:pt x="9944355" y="377352"/>
                </a:lnTo>
                <a:lnTo>
                  <a:pt x="9953719" y="375642"/>
                </a:lnTo>
                <a:lnTo>
                  <a:pt x="9955809" y="376294"/>
                </a:lnTo>
                <a:lnTo>
                  <a:pt x="10032710" y="394940"/>
                </a:lnTo>
                <a:lnTo>
                  <a:pt x="10049925" y="404971"/>
                </a:lnTo>
                <a:lnTo>
                  <a:pt x="10112671" y="414549"/>
                </a:lnTo>
                <a:cubicBezTo>
                  <a:pt x="10169643" y="412125"/>
                  <a:pt x="10132220" y="425358"/>
                  <a:pt x="10170853" y="435168"/>
                </a:cubicBezTo>
                <a:cubicBezTo>
                  <a:pt x="10206088" y="442020"/>
                  <a:pt x="10240809" y="454081"/>
                  <a:pt x="10290184" y="448123"/>
                </a:cubicBezTo>
                <a:cubicBezTo>
                  <a:pt x="10301813" y="444919"/>
                  <a:pt x="10315233" y="449499"/>
                  <a:pt x="10320158" y="458352"/>
                </a:cubicBezTo>
                <a:cubicBezTo>
                  <a:pt x="10321006" y="459876"/>
                  <a:pt x="10321565" y="461470"/>
                  <a:pt x="10321815" y="463087"/>
                </a:cubicBezTo>
                <a:cubicBezTo>
                  <a:pt x="10354058" y="457158"/>
                  <a:pt x="10355176" y="470634"/>
                  <a:pt x="10373742" y="464538"/>
                </a:cubicBezTo>
                <a:cubicBezTo>
                  <a:pt x="10403060" y="475292"/>
                  <a:pt x="10411841" y="497597"/>
                  <a:pt x="10428532" y="492504"/>
                </a:cubicBezTo>
                <a:cubicBezTo>
                  <a:pt x="10440561" y="500742"/>
                  <a:pt x="10446267" y="521930"/>
                  <a:pt x="10466490" y="517759"/>
                </a:cubicBezTo>
                <a:cubicBezTo>
                  <a:pt x="10464622" y="519986"/>
                  <a:pt x="10465013" y="521261"/>
                  <a:pt x="10466675" y="522076"/>
                </a:cubicBezTo>
                <a:lnTo>
                  <a:pt x="10470309" y="522792"/>
                </a:lnTo>
                <a:lnTo>
                  <a:pt x="10474138" y="519761"/>
                </a:lnTo>
                <a:cubicBezTo>
                  <a:pt x="10488888" y="509612"/>
                  <a:pt x="10484914" y="524734"/>
                  <a:pt x="10501100" y="528263"/>
                </a:cubicBezTo>
                <a:cubicBezTo>
                  <a:pt x="10508412" y="530705"/>
                  <a:pt x="10505426" y="533743"/>
                  <a:pt x="10502395" y="536393"/>
                </a:cubicBezTo>
                <a:lnTo>
                  <a:pt x="10689496" y="560233"/>
                </a:lnTo>
                <a:cubicBezTo>
                  <a:pt x="10721441" y="573640"/>
                  <a:pt x="10757547" y="582937"/>
                  <a:pt x="10788736" y="613188"/>
                </a:cubicBezTo>
                <a:cubicBezTo>
                  <a:pt x="10794510" y="621641"/>
                  <a:pt x="10807098" y="616073"/>
                  <a:pt x="10819747" y="621351"/>
                </a:cubicBezTo>
                <a:cubicBezTo>
                  <a:pt x="10832398" y="626630"/>
                  <a:pt x="10846356" y="639592"/>
                  <a:pt x="10864632" y="644858"/>
                </a:cubicBezTo>
                <a:cubicBezTo>
                  <a:pt x="10895617" y="652290"/>
                  <a:pt x="10921550" y="640451"/>
                  <a:pt x="10929407" y="652945"/>
                </a:cubicBezTo>
                <a:cubicBezTo>
                  <a:pt x="10945460" y="653176"/>
                  <a:pt x="10968148" y="640553"/>
                  <a:pt x="10979412" y="654217"/>
                </a:cubicBezTo>
                <a:cubicBezTo>
                  <a:pt x="10981679" y="643737"/>
                  <a:pt x="10997287" y="663414"/>
                  <a:pt x="11006959" y="657017"/>
                </a:cubicBezTo>
                <a:cubicBezTo>
                  <a:pt x="11023230" y="659396"/>
                  <a:pt x="11051890" y="662462"/>
                  <a:pt x="11077038" y="668487"/>
                </a:cubicBezTo>
                <a:cubicBezTo>
                  <a:pt x="11097000" y="690299"/>
                  <a:pt x="11141286" y="676399"/>
                  <a:pt x="11157850" y="693164"/>
                </a:cubicBezTo>
                <a:cubicBezTo>
                  <a:pt x="11163800" y="695757"/>
                  <a:pt x="11169599" y="696942"/>
                  <a:pt x="11175276" y="697243"/>
                </a:cubicBezTo>
                <a:lnTo>
                  <a:pt x="11191131" y="696085"/>
                </a:lnTo>
                <a:lnTo>
                  <a:pt x="11195573" y="691751"/>
                </a:lnTo>
                <a:lnTo>
                  <a:pt x="11205299" y="693247"/>
                </a:lnTo>
                <a:lnTo>
                  <a:pt x="11223770" y="690335"/>
                </a:lnTo>
                <a:cubicBezTo>
                  <a:pt x="11237778" y="693777"/>
                  <a:pt x="11256852" y="701947"/>
                  <a:pt x="11292119" y="713311"/>
                </a:cubicBezTo>
                <a:cubicBezTo>
                  <a:pt x="11334878" y="733451"/>
                  <a:pt x="11401662" y="729175"/>
                  <a:pt x="11435379" y="758519"/>
                </a:cubicBezTo>
                <a:lnTo>
                  <a:pt x="11604406" y="810476"/>
                </a:lnTo>
                <a:lnTo>
                  <a:pt x="11652155" y="825109"/>
                </a:lnTo>
                <a:lnTo>
                  <a:pt x="11654192" y="827301"/>
                </a:lnTo>
                <a:cubicBezTo>
                  <a:pt x="11661650" y="834729"/>
                  <a:pt x="11669215" y="841480"/>
                  <a:pt x="11676599" y="846628"/>
                </a:cubicBezTo>
                <a:cubicBezTo>
                  <a:pt x="11688258" y="861760"/>
                  <a:pt x="11752266" y="896888"/>
                  <a:pt x="11775168" y="890664"/>
                </a:cubicBezTo>
                <a:cubicBezTo>
                  <a:pt x="11790977" y="883819"/>
                  <a:pt x="11808364" y="879901"/>
                  <a:pt x="11826341" y="877558"/>
                </a:cubicBezTo>
                <a:lnTo>
                  <a:pt x="11879068" y="874038"/>
                </a:lnTo>
                <a:lnTo>
                  <a:pt x="11889563" y="878619"/>
                </a:lnTo>
                <a:lnTo>
                  <a:pt x="12016613" y="886111"/>
                </a:lnTo>
                <a:lnTo>
                  <a:pt x="12108292" y="868500"/>
                </a:lnTo>
                <a:cubicBezTo>
                  <a:pt x="12129725" y="867311"/>
                  <a:pt x="12157891" y="874537"/>
                  <a:pt x="12182910" y="882003"/>
                </a:cubicBezTo>
                <a:lnTo>
                  <a:pt x="12192000" y="884778"/>
                </a:lnTo>
                <a:lnTo>
                  <a:pt x="12192000" y="1610315"/>
                </a:lnTo>
                <a:lnTo>
                  <a:pt x="12191998" y="1610315"/>
                </a:lnTo>
                <a:lnTo>
                  <a:pt x="12191998" y="1924333"/>
                </a:lnTo>
                <a:lnTo>
                  <a:pt x="0" y="1924333"/>
                </a:lnTo>
                <a:lnTo>
                  <a:pt x="0" y="505159"/>
                </a:lnTo>
                <a:lnTo>
                  <a:pt x="5722" y="508889"/>
                </a:lnTo>
                <a:cubicBezTo>
                  <a:pt x="21614" y="518548"/>
                  <a:pt x="33814" y="524781"/>
                  <a:pt x="38476" y="524137"/>
                </a:cubicBezTo>
                <a:cubicBezTo>
                  <a:pt x="99229" y="544180"/>
                  <a:pt x="142010" y="538457"/>
                  <a:pt x="192883" y="545272"/>
                </a:cubicBezTo>
                <a:cubicBezTo>
                  <a:pt x="277629" y="525210"/>
                  <a:pt x="293434" y="558443"/>
                  <a:pt x="343710" y="565029"/>
                </a:cubicBezTo>
                <a:cubicBezTo>
                  <a:pt x="383094" y="555729"/>
                  <a:pt x="425462" y="556271"/>
                  <a:pt x="471066" y="549837"/>
                </a:cubicBezTo>
                <a:cubicBezTo>
                  <a:pt x="513583" y="544428"/>
                  <a:pt x="569194" y="531004"/>
                  <a:pt x="617333" y="526428"/>
                </a:cubicBezTo>
                <a:cubicBezTo>
                  <a:pt x="660031" y="520760"/>
                  <a:pt x="696675" y="523882"/>
                  <a:pt x="725203" y="523793"/>
                </a:cubicBezTo>
                <a:cubicBezTo>
                  <a:pt x="736650" y="521695"/>
                  <a:pt x="780513" y="502146"/>
                  <a:pt x="788494" y="505799"/>
                </a:cubicBezTo>
                <a:lnTo>
                  <a:pt x="885977" y="526585"/>
                </a:lnTo>
                <a:cubicBezTo>
                  <a:pt x="906140" y="522837"/>
                  <a:pt x="917203" y="532232"/>
                  <a:pt x="932142" y="528005"/>
                </a:cubicBezTo>
                <a:cubicBezTo>
                  <a:pt x="963701" y="524128"/>
                  <a:pt x="1061555" y="499582"/>
                  <a:pt x="1090404" y="498299"/>
                </a:cubicBezTo>
                <a:cubicBezTo>
                  <a:pt x="1132840" y="494057"/>
                  <a:pt x="1148476" y="496041"/>
                  <a:pt x="1188628" y="483151"/>
                </a:cubicBezTo>
                <a:cubicBezTo>
                  <a:pt x="1230397" y="468408"/>
                  <a:pt x="1278711" y="457638"/>
                  <a:pt x="1316247" y="425979"/>
                </a:cubicBezTo>
                <a:cubicBezTo>
                  <a:pt x="1322662" y="417251"/>
                  <a:pt x="1339433" y="418553"/>
                  <a:pt x="1357712" y="416549"/>
                </a:cubicBezTo>
                <a:cubicBezTo>
                  <a:pt x="1375991" y="414544"/>
                  <a:pt x="1423507" y="412949"/>
                  <a:pt x="1425921" y="413953"/>
                </a:cubicBezTo>
                <a:cubicBezTo>
                  <a:pt x="1450272" y="407937"/>
                  <a:pt x="1458223" y="388156"/>
                  <a:pt x="1503817" y="380457"/>
                </a:cubicBezTo>
                <a:cubicBezTo>
                  <a:pt x="1541095" y="377398"/>
                  <a:pt x="1605565" y="376357"/>
                  <a:pt x="1639196" y="372785"/>
                </a:cubicBezTo>
                <a:cubicBezTo>
                  <a:pt x="1653280" y="376736"/>
                  <a:pt x="1695289" y="365766"/>
                  <a:pt x="1705606" y="359023"/>
                </a:cubicBezTo>
                <a:cubicBezTo>
                  <a:pt x="1729169" y="336295"/>
                  <a:pt x="1793207" y="348537"/>
                  <a:pt x="1813011" y="331023"/>
                </a:cubicBezTo>
                <a:cubicBezTo>
                  <a:pt x="1820772" y="328179"/>
                  <a:pt x="1823566" y="341833"/>
                  <a:pt x="1831380" y="341307"/>
                </a:cubicBezTo>
                <a:lnTo>
                  <a:pt x="1858612" y="326777"/>
                </a:lnTo>
                <a:lnTo>
                  <a:pt x="1880661" y="335987"/>
                </a:lnTo>
                <a:lnTo>
                  <a:pt x="1941495" y="310792"/>
                </a:lnTo>
                <a:cubicBezTo>
                  <a:pt x="1978970" y="307223"/>
                  <a:pt x="1947391" y="291714"/>
                  <a:pt x="1995402" y="305480"/>
                </a:cubicBezTo>
                <a:cubicBezTo>
                  <a:pt x="2042464" y="298034"/>
                  <a:pt x="2153424" y="281146"/>
                  <a:pt x="2223864" y="266118"/>
                </a:cubicBezTo>
                <a:cubicBezTo>
                  <a:pt x="2261296" y="256300"/>
                  <a:pt x="2360518" y="238323"/>
                  <a:pt x="2418043" y="215314"/>
                </a:cubicBezTo>
                <a:cubicBezTo>
                  <a:pt x="2472088" y="206823"/>
                  <a:pt x="2499422" y="162612"/>
                  <a:pt x="2558461" y="168193"/>
                </a:cubicBezTo>
                <a:cubicBezTo>
                  <a:pt x="2559660" y="164506"/>
                  <a:pt x="2592244" y="161337"/>
                  <a:pt x="2595535" y="158548"/>
                </a:cubicBezTo>
                <a:lnTo>
                  <a:pt x="2626942" y="130400"/>
                </a:lnTo>
                <a:lnTo>
                  <a:pt x="2632225" y="130446"/>
                </a:lnTo>
                <a:lnTo>
                  <a:pt x="2696856" y="128498"/>
                </a:lnTo>
                <a:lnTo>
                  <a:pt x="2759767" y="127784"/>
                </a:lnTo>
                <a:cubicBezTo>
                  <a:pt x="2770024" y="123546"/>
                  <a:pt x="2781047" y="119463"/>
                  <a:pt x="2792685" y="115710"/>
                </a:cubicBezTo>
                <a:lnTo>
                  <a:pt x="2799767" y="113754"/>
                </a:lnTo>
                <a:lnTo>
                  <a:pt x="2829799" y="120042"/>
                </a:lnTo>
                <a:lnTo>
                  <a:pt x="2890704" y="121493"/>
                </a:lnTo>
                <a:cubicBezTo>
                  <a:pt x="2935390" y="121035"/>
                  <a:pt x="2990780" y="113193"/>
                  <a:pt x="3042646" y="112273"/>
                </a:cubicBezTo>
                <a:cubicBezTo>
                  <a:pt x="3077119" y="111474"/>
                  <a:pt x="3124089" y="100414"/>
                  <a:pt x="3146630" y="100898"/>
                </a:cubicBezTo>
                <a:cubicBezTo>
                  <a:pt x="3169381" y="117699"/>
                  <a:pt x="3224695" y="125864"/>
                  <a:pt x="3233163" y="120200"/>
                </a:cubicBezTo>
                <a:lnTo>
                  <a:pt x="3372699" y="129394"/>
                </a:lnTo>
                <a:cubicBezTo>
                  <a:pt x="3389020" y="126586"/>
                  <a:pt x="3397563" y="116804"/>
                  <a:pt x="3394352" y="131671"/>
                </a:cubicBezTo>
                <a:cubicBezTo>
                  <a:pt x="3406102" y="131485"/>
                  <a:pt x="3429770" y="120938"/>
                  <a:pt x="3448218" y="118229"/>
                </a:cubicBezTo>
                <a:lnTo>
                  <a:pt x="3505047" y="115412"/>
                </a:lnTo>
                <a:lnTo>
                  <a:pt x="3521767" y="111071"/>
                </a:lnTo>
                <a:cubicBezTo>
                  <a:pt x="3526335" y="108877"/>
                  <a:pt x="3582156" y="117732"/>
                  <a:pt x="3585137" y="114371"/>
                </a:cubicBezTo>
                <a:cubicBezTo>
                  <a:pt x="3638265" y="102098"/>
                  <a:pt x="3633789" y="98565"/>
                  <a:pt x="3690293" y="98301"/>
                </a:cubicBezTo>
                <a:cubicBezTo>
                  <a:pt x="3782197" y="112746"/>
                  <a:pt x="3826738" y="92943"/>
                  <a:pt x="3867818" y="88985"/>
                </a:cubicBezTo>
                <a:cubicBezTo>
                  <a:pt x="3943777" y="81477"/>
                  <a:pt x="3990501" y="75194"/>
                  <a:pt x="4091337" y="70813"/>
                </a:cubicBezTo>
                <a:cubicBezTo>
                  <a:pt x="4154422" y="62932"/>
                  <a:pt x="4217060" y="45734"/>
                  <a:pt x="4246332" y="41697"/>
                </a:cubicBezTo>
                <a:cubicBezTo>
                  <a:pt x="4253308" y="42804"/>
                  <a:pt x="4260125" y="44606"/>
                  <a:pt x="4266975" y="46592"/>
                </a:cubicBezTo>
                <a:lnTo>
                  <a:pt x="4270566" y="47620"/>
                </a:lnTo>
                <a:lnTo>
                  <a:pt x="4288964" y="52766"/>
                </a:lnTo>
                <a:lnTo>
                  <a:pt x="4365137" y="51783"/>
                </a:lnTo>
                <a:lnTo>
                  <a:pt x="4430546" y="44555"/>
                </a:lnTo>
                <a:lnTo>
                  <a:pt x="4444136" y="39567"/>
                </a:lnTo>
                <a:lnTo>
                  <a:pt x="4534039" y="31604"/>
                </a:lnTo>
                <a:lnTo>
                  <a:pt x="4560448" y="25231"/>
                </a:lnTo>
                <a:lnTo>
                  <a:pt x="4568006" y="25970"/>
                </a:lnTo>
                <a:cubicBezTo>
                  <a:pt x="4580278" y="23866"/>
                  <a:pt x="4594878" y="14904"/>
                  <a:pt x="4595497" y="22958"/>
                </a:cubicBezTo>
                <a:lnTo>
                  <a:pt x="4608623" y="18108"/>
                </a:lnTo>
                <a:lnTo>
                  <a:pt x="4623942" y="22251"/>
                </a:lnTo>
                <a:cubicBezTo>
                  <a:pt x="4633227" y="23117"/>
                  <a:pt x="4655429" y="23973"/>
                  <a:pt x="4664336" y="23306"/>
                </a:cubicBezTo>
                <a:lnTo>
                  <a:pt x="4677385" y="18246"/>
                </a:lnTo>
                <a:lnTo>
                  <a:pt x="4698143" y="18036"/>
                </a:lnTo>
                <a:cubicBezTo>
                  <a:pt x="4710347" y="18931"/>
                  <a:pt x="4736189" y="22441"/>
                  <a:pt x="4750609" y="23611"/>
                </a:cubicBezTo>
                <a:cubicBezTo>
                  <a:pt x="4764270" y="27424"/>
                  <a:pt x="4774858" y="29782"/>
                  <a:pt x="4784658" y="25057"/>
                </a:cubicBezTo>
                <a:cubicBezTo>
                  <a:pt x="4804708" y="29613"/>
                  <a:pt x="4822811" y="48263"/>
                  <a:pt x="4847558" y="38726"/>
                </a:cubicBezTo>
                <a:cubicBezTo>
                  <a:pt x="4868304" y="42993"/>
                  <a:pt x="4867190" y="47939"/>
                  <a:pt x="4909134" y="50659"/>
                </a:cubicBezTo>
                <a:cubicBezTo>
                  <a:pt x="4945026" y="52455"/>
                  <a:pt x="5063406" y="54096"/>
                  <a:pt x="5099219" y="55050"/>
                </a:cubicBezTo>
                <a:cubicBezTo>
                  <a:pt x="5145195" y="57873"/>
                  <a:pt x="5163254" y="65473"/>
                  <a:pt x="5184992" y="67596"/>
                </a:cubicBezTo>
                <a:cubicBezTo>
                  <a:pt x="5206728" y="69720"/>
                  <a:pt x="5195578" y="65687"/>
                  <a:pt x="5229637" y="67789"/>
                </a:cubicBezTo>
                <a:cubicBezTo>
                  <a:pt x="5263695" y="69892"/>
                  <a:pt x="5345217" y="78854"/>
                  <a:pt x="5389346" y="80211"/>
                </a:cubicBezTo>
                <a:cubicBezTo>
                  <a:pt x="5425889" y="83191"/>
                  <a:pt x="5461943" y="84751"/>
                  <a:pt x="5494414" y="75926"/>
                </a:cubicBezTo>
                <a:lnTo>
                  <a:pt x="5528443" y="77206"/>
                </a:lnTo>
                <a:cubicBezTo>
                  <a:pt x="5582723" y="71370"/>
                  <a:pt x="5638917" y="68385"/>
                  <a:pt x="5684939" y="50269"/>
                </a:cubicBezTo>
                <a:cubicBezTo>
                  <a:pt x="5724389" y="45804"/>
                  <a:pt x="5737860" y="52916"/>
                  <a:pt x="5765146" y="50414"/>
                </a:cubicBezTo>
                <a:cubicBezTo>
                  <a:pt x="5792695" y="43060"/>
                  <a:pt x="5827352" y="38097"/>
                  <a:pt x="5848655" y="35257"/>
                </a:cubicBezTo>
                <a:lnTo>
                  <a:pt x="5930656" y="30131"/>
                </a:lnTo>
                <a:lnTo>
                  <a:pt x="6124150" y="31679"/>
                </a:lnTo>
                <a:cubicBezTo>
                  <a:pt x="6138131" y="22216"/>
                  <a:pt x="6167730" y="4075"/>
                  <a:pt x="6189199" y="5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2E2D8C3-23D0-D2F0-A6E9-7BF2C39E77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5060" y="5279511"/>
            <a:ext cx="9681882" cy="739880"/>
          </a:xfrm>
        </p:spPr>
        <p:txBody>
          <a:bodyPr anchor="b">
            <a:normAutofit/>
          </a:bodyPr>
          <a:lstStyle/>
          <a:p>
            <a:r>
              <a:rPr lang="fr-FR" altLang="zh-CN" sz="3600" b="1" u="sng">
                <a:solidFill>
                  <a:schemeClr val="tx1">
                    <a:lumMod val="85000"/>
                    <a:lumOff val="15000"/>
                  </a:schemeClr>
                </a:solidFill>
              </a:rPr>
              <a:t>Résultat 1</a:t>
            </a:r>
            <a:endParaRPr lang="zh-CN" altLang="en-US" sz="3600" b="1" u="sng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38B587B-C799-9D71-CEB0-FEEC3071D1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26447" y="6019391"/>
            <a:ext cx="7315199" cy="336959"/>
          </a:xfrm>
        </p:spPr>
        <p:txBody>
          <a:bodyPr anchor="t">
            <a:normAutofit/>
          </a:bodyPr>
          <a:lstStyle/>
          <a:p>
            <a:r>
              <a:rPr lang="fr-FR" altLang="zh-CN" sz="1600">
                <a:solidFill>
                  <a:schemeClr val="tx1">
                    <a:lumMod val="85000"/>
                    <a:lumOff val="15000"/>
                  </a:schemeClr>
                </a:solidFill>
              </a:rPr>
              <a:t>Les premiers résultats pour la validation du modèle Dupuit-Richards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A147EE6-0F2A-22BA-B212-AD97E008A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087" y="1473997"/>
            <a:ext cx="10945825" cy="2435444"/>
          </a:xfrm>
          <a:prstGeom prst="rect">
            <a:avLst/>
          </a:prstGeom>
        </p:spPr>
      </p:pic>
      <p:sp>
        <p:nvSpPr>
          <p:cNvPr id="4" name="AutoShape 2" descr="PPT-背景-白色-纹理-">
            <a:extLst>
              <a:ext uri="{FF2B5EF4-FFF2-40B4-BE49-F238E27FC236}">
                <a16:creationId xmlns:a16="http://schemas.microsoft.com/office/drawing/2014/main" id="{B0BFD11F-4762-7DBF-137C-66BA153B9DD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 descr="PPT-背景-白色-纹理-">
            <a:extLst>
              <a:ext uri="{FF2B5EF4-FFF2-40B4-BE49-F238E27FC236}">
                <a16:creationId xmlns:a16="http://schemas.microsoft.com/office/drawing/2014/main" id="{3A9486D4-006C-39CA-EA3B-653410CC71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8468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018D66-4BA5-B31E-DAE0-AD9CEE226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D2677DA-85FB-EA7D-CEF4-15B2533607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8675" y="494414"/>
            <a:ext cx="10534650" cy="817403"/>
          </a:xfrm>
        </p:spPr>
        <p:txBody>
          <a:bodyPr anchor="b">
            <a:normAutofit/>
          </a:bodyPr>
          <a:lstStyle/>
          <a:p>
            <a:r>
              <a:rPr lang="fr-FR" altLang="zh-CN" sz="3600" b="1" u="sng" dirty="0"/>
              <a:t>Etat Stationnaire</a:t>
            </a:r>
            <a:endParaRPr lang="zh-CN" altLang="en-US" sz="3600" b="1" u="sng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34BE159-964A-E28C-7EA6-76CC5F8581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7150" y="1311818"/>
            <a:ext cx="8982261" cy="694782"/>
          </a:xfrm>
        </p:spPr>
        <p:txBody>
          <a:bodyPr>
            <a:normAutofit fontScale="85000" lnSpcReduction="10000"/>
          </a:bodyPr>
          <a:lstStyle/>
          <a:p>
            <a:r>
              <a:rPr lang="fr-FR" altLang="zh-CN" sz="1600" dirty="0"/>
              <a:t>Dans un domaine présentant une extension latérale du versant de 10 m, une pente de 25 % et une hauteur de 6 m.</a:t>
            </a:r>
          </a:p>
          <a:p>
            <a:r>
              <a:rPr lang="fr-FR" altLang="zh-CN" sz="1600" dirty="0"/>
              <a:t>Cas sable, obtenu par une recharge constante:</a:t>
            </a:r>
            <a:endParaRPr lang="zh-CN" altLang="en-US" sz="16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87940AB-0775-9ECE-5778-F0DD21506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540" y="2354239"/>
            <a:ext cx="8972920" cy="3948085"/>
          </a:xfrm>
          <a:prstGeom prst="rect">
            <a:avLst/>
          </a:prstGeom>
        </p:spPr>
      </p:pic>
      <p:sp>
        <p:nvSpPr>
          <p:cNvPr id="4" name="AutoShape 2" descr="PPT-背景-白色-纹理-">
            <a:extLst>
              <a:ext uri="{FF2B5EF4-FFF2-40B4-BE49-F238E27FC236}">
                <a16:creationId xmlns:a16="http://schemas.microsoft.com/office/drawing/2014/main" id="{F9C562BA-5FB2-5296-6E3E-734A2014EE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 descr="PPT-背景-白色-纹理-">
            <a:extLst>
              <a:ext uri="{FF2B5EF4-FFF2-40B4-BE49-F238E27FC236}">
                <a16:creationId xmlns:a16="http://schemas.microsoft.com/office/drawing/2014/main" id="{97FADB85-48D1-D08D-0CCF-264AE9E751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副标题 2">
            <a:extLst>
              <a:ext uri="{FF2B5EF4-FFF2-40B4-BE49-F238E27FC236}">
                <a16:creationId xmlns:a16="http://schemas.microsoft.com/office/drawing/2014/main" id="{6BBBC495-4F07-106E-DFF1-3CF9CCFAD1A5}"/>
              </a:ext>
            </a:extLst>
          </p:cNvPr>
          <p:cNvSpPr txBox="1">
            <a:spLocks/>
          </p:cNvSpPr>
          <p:nvPr/>
        </p:nvSpPr>
        <p:spPr>
          <a:xfrm>
            <a:off x="1034350" y="6302324"/>
            <a:ext cx="8426823" cy="397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/>
              <a:t>Dupuit-Richards </a:t>
            </a:r>
            <a:r>
              <a:rPr lang="fr-FR" altLang="zh-CN" sz="1600" dirty="0"/>
              <a:t>à gauche, Richards à droite.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271632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20C76F-6B24-B7D3-B822-900DE3F5B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6D264E9-A7B9-5908-2102-C53B7A1438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8675" y="494414"/>
            <a:ext cx="10534650" cy="817403"/>
          </a:xfrm>
        </p:spPr>
        <p:txBody>
          <a:bodyPr anchor="b">
            <a:normAutofit/>
          </a:bodyPr>
          <a:lstStyle/>
          <a:p>
            <a:r>
              <a:rPr lang="fr-FR" altLang="zh-CN" sz="3600" b="1" u="sng"/>
              <a:t>Etat Stationnaire</a:t>
            </a:r>
            <a:endParaRPr lang="zh-CN" altLang="en-US" sz="3600" b="1" u="sng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1987306-A9F9-663D-EA4D-4D410E6A4A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82588" y="1311818"/>
            <a:ext cx="8426823" cy="397567"/>
          </a:xfrm>
        </p:spPr>
        <p:txBody>
          <a:bodyPr>
            <a:normAutofit/>
          </a:bodyPr>
          <a:lstStyle/>
          <a:p>
            <a:r>
              <a:rPr lang="fr-FR" altLang="zh-CN" sz="1600" dirty="0"/>
              <a:t>Cas loam, obtenu avec la même recharge:</a:t>
            </a:r>
            <a:endParaRPr lang="zh-CN" altLang="en-US" sz="16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6100AB2-E7E8-56BD-62A4-F13D22B01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351" y="2354239"/>
            <a:ext cx="10123298" cy="3948085"/>
          </a:xfrm>
          <a:prstGeom prst="rect">
            <a:avLst/>
          </a:prstGeom>
        </p:spPr>
      </p:pic>
      <p:sp>
        <p:nvSpPr>
          <p:cNvPr id="4" name="AutoShape 2" descr="PPT-背景-白色-纹理-">
            <a:extLst>
              <a:ext uri="{FF2B5EF4-FFF2-40B4-BE49-F238E27FC236}">
                <a16:creationId xmlns:a16="http://schemas.microsoft.com/office/drawing/2014/main" id="{4D0E0E93-71ED-3766-282E-3D98519DC1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 descr="PPT-背景-白色-纹理-">
            <a:extLst>
              <a:ext uri="{FF2B5EF4-FFF2-40B4-BE49-F238E27FC236}">
                <a16:creationId xmlns:a16="http://schemas.microsoft.com/office/drawing/2014/main" id="{9BA65520-CFAA-F59E-73A6-729FEBBF58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副标题 2">
            <a:extLst>
              <a:ext uri="{FF2B5EF4-FFF2-40B4-BE49-F238E27FC236}">
                <a16:creationId xmlns:a16="http://schemas.microsoft.com/office/drawing/2014/main" id="{303AE4F6-F232-220C-B8A9-846E29EC8D64}"/>
              </a:ext>
            </a:extLst>
          </p:cNvPr>
          <p:cNvSpPr txBox="1">
            <a:spLocks/>
          </p:cNvSpPr>
          <p:nvPr/>
        </p:nvSpPr>
        <p:spPr>
          <a:xfrm>
            <a:off x="1034350" y="6302324"/>
            <a:ext cx="8426823" cy="397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/>
              <a:t>Dupuit-Richards </a:t>
            </a:r>
            <a:r>
              <a:rPr lang="fr-FR" altLang="zh-CN" sz="1600" dirty="0"/>
              <a:t>à gauche, Richards à droite.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695452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6C26EE-A8AE-A3D4-D6CD-0879A7985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0201C9-04A4-A5CD-91A0-2102DB0B5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408" y="992094"/>
            <a:ext cx="3616913" cy="2795160"/>
          </a:xfrm>
        </p:spPr>
        <p:txBody>
          <a:bodyPr>
            <a:normAutofit/>
          </a:bodyPr>
          <a:lstStyle/>
          <a:p>
            <a:r>
              <a:rPr lang="fr-FR" altLang="zh-CN" sz="4400" b="1" u="sng"/>
              <a:t>Etat transitoire</a:t>
            </a:r>
            <a:endParaRPr lang="zh-CN" altLang="en-US" sz="4400" b="1" u="sng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BDCDD5B-A70F-0F49-B398-D52C267EAE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6287" y="4121253"/>
            <a:ext cx="3125337" cy="1136843"/>
          </a:xfrm>
        </p:spPr>
        <p:txBody>
          <a:bodyPr>
            <a:normAutofit/>
          </a:bodyPr>
          <a:lstStyle/>
          <a:p>
            <a:r>
              <a:rPr lang="fr-FR" altLang="zh-CN" sz="1800"/>
              <a:t>Une simulation sur 300 jours, avec une recharge variable.</a:t>
            </a:r>
            <a:endParaRPr lang="zh-CN" altLang="en-US" sz="180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AE178D1-A6F6-D4AA-942D-6DCF48CC54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68711" y="992094"/>
            <a:ext cx="5640389" cy="4512308"/>
          </a:xfrm>
          <a:prstGeom prst="rect">
            <a:avLst/>
          </a:prstGeom>
          <a:noFill/>
        </p:spPr>
      </p:pic>
      <p:sp>
        <p:nvSpPr>
          <p:cNvPr id="4" name="AutoShape 2" descr="PPT-背景-白色-纹理-">
            <a:extLst>
              <a:ext uri="{FF2B5EF4-FFF2-40B4-BE49-F238E27FC236}">
                <a16:creationId xmlns:a16="http://schemas.microsoft.com/office/drawing/2014/main" id="{19D10000-4CB9-96F7-81A1-C5EF68F855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 descr="PPT-背景-白色-纹理-">
            <a:extLst>
              <a:ext uri="{FF2B5EF4-FFF2-40B4-BE49-F238E27FC236}">
                <a16:creationId xmlns:a16="http://schemas.microsoft.com/office/drawing/2014/main" id="{B6545303-60E0-FE4A-6225-27322C022E1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7026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7D02D5-A821-F796-8E5D-F89E85F39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1">
            <a:extLst>
              <a:ext uri="{FF2B5EF4-FFF2-40B4-BE49-F238E27FC236}">
                <a16:creationId xmlns:a16="http://schemas.microsoft.com/office/drawing/2014/main" id="{CAE473BD-9A2A-420F-B844-12BCFA3D4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3">
            <a:extLst>
              <a:ext uri="{FF2B5EF4-FFF2-40B4-BE49-F238E27FC236}">
                <a16:creationId xmlns:a16="http://schemas.microsoft.com/office/drawing/2014/main" id="{CB018903-3549-4A3B-A9DF-B26757CAA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E5D3F77-D07F-4F7D-97A2-E366830206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C6F5A2D-56A0-4ED7-A3E2-3CF67608FC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45FD4802-2E82-C155-7B02-E0A3DB52C3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9277" y="458033"/>
            <a:ext cx="5257798" cy="726224"/>
          </a:xfrm>
        </p:spPr>
        <p:txBody>
          <a:bodyPr wrap="square" anchor="ctr">
            <a:normAutofit/>
          </a:bodyPr>
          <a:lstStyle/>
          <a:p>
            <a:pPr algn="l"/>
            <a:r>
              <a:rPr lang="fr-FR" altLang="zh-CN" sz="2200" b="1" u="sng"/>
              <a:t>C</a:t>
            </a:r>
            <a:r>
              <a:rPr lang="en-US" altLang="zh-CN" sz="2200" b="1" u="sng"/>
              <a:t>omparison (Dupuit-Richards VS Richards)</a:t>
            </a:r>
            <a:endParaRPr lang="zh-CN" altLang="en-US" sz="2200" b="1" u="sng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45ED9BD-74C3-6C11-713E-D2936E6743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3339" y="464372"/>
            <a:ext cx="5257798" cy="660181"/>
          </a:xfrm>
        </p:spPr>
        <p:txBody>
          <a:bodyPr wrap="square" anchor="ctr">
            <a:normAutofit/>
          </a:bodyPr>
          <a:lstStyle/>
          <a:p>
            <a:pPr algn="r"/>
            <a:r>
              <a:rPr lang="fr-FR" altLang="zh-CN" sz="1300">
                <a:solidFill>
                  <a:schemeClr val="tx1">
                    <a:alpha val="60000"/>
                  </a:schemeClr>
                </a:solidFill>
              </a:rPr>
              <a:t>Comparaison de saturation selon la coupe verticale médiane du domaine géométrique (En rouge pour le modèle Dupuit-Richards, le modèle Richards en bleu).</a:t>
            </a:r>
          </a:p>
          <a:p>
            <a:pPr algn="r"/>
            <a:endParaRPr lang="fr-FR" altLang="zh-CN" sz="1300">
              <a:solidFill>
                <a:schemeClr val="tx1">
                  <a:alpha val="60000"/>
                </a:schemeClr>
              </a:solidFill>
            </a:endParaRPr>
          </a:p>
          <a:p>
            <a:pPr algn="r"/>
            <a:endParaRPr lang="zh-CN" altLang="en-US" sz="1300">
              <a:solidFill>
                <a:schemeClr val="tx1">
                  <a:alpha val="60000"/>
                </a:schemeClr>
              </a:solidFill>
            </a:endParaRPr>
          </a:p>
        </p:txBody>
      </p:sp>
      <p:pic>
        <p:nvPicPr>
          <p:cNvPr id="8" name="图片 7" descr="直方图&#10;&#10;AI 生成的内容可能不正确。">
            <a:extLst>
              <a:ext uri="{FF2B5EF4-FFF2-40B4-BE49-F238E27FC236}">
                <a16:creationId xmlns:a16="http://schemas.microsoft.com/office/drawing/2014/main" id="{7E6C550C-90E1-2113-1C4F-7E5305026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7725" y="1557339"/>
            <a:ext cx="2768039" cy="47520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10" name="图片 9" descr="直方图&#10;&#10;AI 生成的内容可能不正确。">
            <a:extLst>
              <a:ext uri="{FF2B5EF4-FFF2-40B4-BE49-F238E27FC236}">
                <a16:creationId xmlns:a16="http://schemas.microsoft.com/office/drawing/2014/main" id="{EA5011D8-A531-C0BA-AF91-FE1A787709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9862" y="1557339"/>
            <a:ext cx="2768039" cy="47520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4F6E24E-05C2-6F7C-88F5-2C63870F9E0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3"/>
          <a:stretch>
            <a:fillRect/>
          </a:stretch>
        </p:blipFill>
        <p:spPr bwMode="auto">
          <a:xfrm>
            <a:off x="791913" y="1557339"/>
            <a:ext cx="2840848" cy="4752000"/>
          </a:xfrm>
          <a:prstGeom prst="rect">
            <a:avLst/>
          </a:prstGeom>
          <a:noFill/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sp>
        <p:nvSpPr>
          <p:cNvPr id="4" name="AutoShape 2" descr="PPT-背景-白色-纹理-">
            <a:extLst>
              <a:ext uri="{FF2B5EF4-FFF2-40B4-BE49-F238E27FC236}">
                <a16:creationId xmlns:a16="http://schemas.microsoft.com/office/drawing/2014/main" id="{2F23ADC8-A692-EA23-40D3-FE4EFFF19F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 descr="PPT-背景-白色-纹理-">
            <a:extLst>
              <a:ext uri="{FF2B5EF4-FFF2-40B4-BE49-F238E27FC236}">
                <a16:creationId xmlns:a16="http://schemas.microsoft.com/office/drawing/2014/main" id="{673FC626-0AA7-3E86-79DF-E692E87AA4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923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8FD33E-1D13-70EF-697E-283D0AD41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1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3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8DC06E2-E641-CD60-E26C-CB21A5A871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8675" y="494414"/>
            <a:ext cx="10534650" cy="817403"/>
          </a:xfrm>
        </p:spPr>
        <p:txBody>
          <a:bodyPr anchor="b">
            <a:normAutofit/>
          </a:bodyPr>
          <a:lstStyle/>
          <a:p>
            <a:r>
              <a:rPr lang="fr-FR" altLang="zh-CN" sz="3600" b="1" u="sng"/>
              <a:t>C</a:t>
            </a:r>
            <a:r>
              <a:rPr lang="en-US" altLang="zh-CN" sz="3600" b="1" u="sng"/>
              <a:t>omparaison(Dupuit-Richards VS Richards)</a:t>
            </a:r>
            <a:endParaRPr lang="zh-CN" altLang="en-US" sz="3600" b="1" u="sng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08D1373-D557-E9FE-0C2F-10A963B01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82588" y="1311818"/>
            <a:ext cx="8426823" cy="397567"/>
          </a:xfrm>
        </p:spPr>
        <p:txBody>
          <a:bodyPr>
            <a:normAutofit/>
          </a:bodyPr>
          <a:lstStyle/>
          <a:p>
            <a:r>
              <a:rPr lang="en-US" altLang="zh-CN" sz="1600"/>
              <a:t>Comparaison au niveau de la nappe</a:t>
            </a:r>
            <a:endParaRPr lang="zh-CN" altLang="en-US" sz="160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CDEBD60-7A74-6068-43BB-D3A6C95FA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171" y="2083506"/>
            <a:ext cx="5964857" cy="4592939"/>
          </a:xfrm>
          <a:prstGeom prst="rect">
            <a:avLst/>
          </a:prstGeom>
        </p:spPr>
      </p:pic>
      <p:sp>
        <p:nvSpPr>
          <p:cNvPr id="4" name="AutoShape 2" descr="PPT-背景-白色-纹理-">
            <a:extLst>
              <a:ext uri="{FF2B5EF4-FFF2-40B4-BE49-F238E27FC236}">
                <a16:creationId xmlns:a16="http://schemas.microsoft.com/office/drawing/2014/main" id="{5AB6626D-8077-3F3F-1BB9-3ADA5AED84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 descr="PPT-背景-白色-纹理-">
            <a:extLst>
              <a:ext uri="{FF2B5EF4-FFF2-40B4-BE49-F238E27FC236}">
                <a16:creationId xmlns:a16="http://schemas.microsoft.com/office/drawing/2014/main" id="{22C15303-EA1F-6EBA-68DE-AB18E5DC94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2999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CB41C4-EB78-96D1-3249-3054028A5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78BA5F19-D5E1-4ECC-BEC2-DF7AEDFD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50CC88A9-A661-4C48-866E-8734E511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BB4EF69-5E27-68C1-89F0-2ABB2C6979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973" y="393380"/>
            <a:ext cx="7655427" cy="739881"/>
          </a:xfrm>
        </p:spPr>
        <p:txBody>
          <a:bodyPr>
            <a:normAutofit/>
          </a:bodyPr>
          <a:lstStyle/>
          <a:p>
            <a:pPr algn="l"/>
            <a:r>
              <a:rPr lang="fr-FR" altLang="zh-CN" sz="3100" b="1" u="sng" dirty="0"/>
              <a:t>C</a:t>
            </a:r>
            <a:r>
              <a:rPr lang="en-US" altLang="zh-CN" sz="3100" b="1" u="sng" dirty="0" err="1"/>
              <a:t>omparaison</a:t>
            </a:r>
            <a:r>
              <a:rPr lang="en-US" altLang="zh-CN" sz="3100" b="1" u="sng" dirty="0"/>
              <a:t>(Dupuit-Richards VS Richards)</a:t>
            </a:r>
            <a:endParaRPr lang="zh-CN" altLang="en-US" sz="3100" b="1" u="sng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33E31F2-5BA5-2615-5451-1BE1A844FE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7973" y="1133262"/>
            <a:ext cx="5598027" cy="393377"/>
          </a:xfrm>
        </p:spPr>
        <p:txBody>
          <a:bodyPr>
            <a:normAutofit/>
          </a:bodyPr>
          <a:lstStyle/>
          <a:p>
            <a:pPr algn="l"/>
            <a:r>
              <a:rPr lang="en-US" altLang="zh-CN" sz="1600" dirty="0" err="1"/>
              <a:t>Comparaison</a:t>
            </a:r>
            <a:r>
              <a:rPr lang="en-US" altLang="zh-CN" sz="1600" dirty="0"/>
              <a:t> du flux </a:t>
            </a:r>
            <a:r>
              <a:rPr lang="en-US" altLang="zh-CN" sz="1600" dirty="0" err="1"/>
              <a:t>sortant</a:t>
            </a:r>
            <a:endParaRPr lang="zh-CN" altLang="en-US" sz="1600" dirty="0"/>
          </a:p>
        </p:txBody>
      </p:sp>
      <p:pic>
        <p:nvPicPr>
          <p:cNvPr id="10" name="图片 9" descr="图表, 折线图&#10;&#10;AI 生成的内容可能不正确。">
            <a:extLst>
              <a:ext uri="{FF2B5EF4-FFF2-40B4-BE49-F238E27FC236}">
                <a16:creationId xmlns:a16="http://schemas.microsoft.com/office/drawing/2014/main" id="{0CF3ECDA-D888-532D-6B0A-7B2D689798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2303584"/>
            <a:ext cx="4483510" cy="3362632"/>
          </a:xfrm>
          <a:prstGeom prst="rect">
            <a:avLst/>
          </a:prstGeom>
        </p:spPr>
      </p:pic>
      <p:pic>
        <p:nvPicPr>
          <p:cNvPr id="12" name="图片 11" descr="图表, 折线图&#10;&#10;AI 生成的内容可能不正确。">
            <a:extLst>
              <a:ext uri="{FF2B5EF4-FFF2-40B4-BE49-F238E27FC236}">
                <a16:creationId xmlns:a16="http://schemas.microsoft.com/office/drawing/2014/main" id="{E8CC91CD-677E-6DCF-2F1D-0D59D5D952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31" y="2303584"/>
            <a:ext cx="4483510" cy="3362632"/>
          </a:xfrm>
          <a:prstGeom prst="rect">
            <a:avLst/>
          </a:prstGeom>
        </p:spPr>
      </p:pic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CFDF195F-784B-4D00-8C92-6FC1B0499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utoShape 2" descr="PPT-背景-白色-纹理-">
            <a:extLst>
              <a:ext uri="{FF2B5EF4-FFF2-40B4-BE49-F238E27FC236}">
                <a16:creationId xmlns:a16="http://schemas.microsoft.com/office/drawing/2014/main" id="{C4D56E8C-7B58-5AF8-51A3-13881A357F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 descr="PPT-背景-白色-纹理-">
            <a:extLst>
              <a:ext uri="{FF2B5EF4-FFF2-40B4-BE49-F238E27FC236}">
                <a16:creationId xmlns:a16="http://schemas.microsoft.com/office/drawing/2014/main" id="{AE86A801-A114-544C-735D-520137B415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7277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79765C-1E0A-3095-A374-7DF7CF8FF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8BA5F19-D5E1-4ECC-BEC2-DF7AEDFD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50CC88A9-A661-4C48-866E-8734E511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DA45C60-808F-4408-74DA-6C5B4134F1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973" y="393380"/>
            <a:ext cx="7655427" cy="739881"/>
          </a:xfrm>
        </p:spPr>
        <p:txBody>
          <a:bodyPr>
            <a:normAutofit/>
          </a:bodyPr>
          <a:lstStyle/>
          <a:p>
            <a:pPr algn="l"/>
            <a:r>
              <a:rPr lang="fr-FR" altLang="zh-CN" sz="3100" b="1" u="sng" dirty="0"/>
              <a:t>C</a:t>
            </a:r>
            <a:r>
              <a:rPr lang="en-US" altLang="zh-CN" sz="3100" b="1" u="sng"/>
              <a:t>omparaison</a:t>
            </a:r>
            <a:r>
              <a:rPr lang="en-US" altLang="zh-CN" sz="3100" b="1" u="sng" dirty="0"/>
              <a:t>(Dupuit-Richards VS Richards)</a:t>
            </a:r>
            <a:endParaRPr lang="zh-CN" altLang="en-US" sz="3100" b="1" u="sng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AEB385C-D989-7CA4-665C-255B9EAE82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7973" y="1133262"/>
            <a:ext cx="5598027" cy="393377"/>
          </a:xfrm>
        </p:spPr>
        <p:txBody>
          <a:bodyPr>
            <a:normAutofit/>
          </a:bodyPr>
          <a:lstStyle/>
          <a:p>
            <a:pPr algn="l"/>
            <a:r>
              <a:rPr lang="en-US" altLang="zh-CN" sz="1600"/>
              <a:t>Comparaison</a:t>
            </a:r>
            <a:r>
              <a:rPr lang="en-US" altLang="zh-CN" sz="1600" dirty="0"/>
              <a:t> du flux </a:t>
            </a:r>
            <a:r>
              <a:rPr lang="en-US" altLang="zh-CN" sz="1600"/>
              <a:t>sortant</a:t>
            </a:r>
            <a:endParaRPr lang="zh-CN" altLang="en-US" sz="16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FDF195F-784B-4D00-8C92-6FC1B0499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utoShape 2" descr="PPT-背景-白色-纹理-">
            <a:extLst>
              <a:ext uri="{FF2B5EF4-FFF2-40B4-BE49-F238E27FC236}">
                <a16:creationId xmlns:a16="http://schemas.microsoft.com/office/drawing/2014/main" id="{62FB49BE-74DD-B8D0-20A2-6C66FF85EC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 descr="PPT-背景-白色-纹理-">
            <a:extLst>
              <a:ext uri="{FF2B5EF4-FFF2-40B4-BE49-F238E27FC236}">
                <a16:creationId xmlns:a16="http://schemas.microsoft.com/office/drawing/2014/main" id="{5A840B6F-8C8E-764C-BDBB-CFE24AE51F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7" name="图片 6" descr="图表, 折线图&#10;&#10;AI 生成的内容可能不正确。">
            <a:extLst>
              <a:ext uri="{FF2B5EF4-FFF2-40B4-BE49-F238E27FC236}">
                <a16:creationId xmlns:a16="http://schemas.microsoft.com/office/drawing/2014/main" id="{5B23F1D1-9D0B-1DAD-8BCE-98B28815BD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158" y="2338799"/>
            <a:ext cx="4483510" cy="3362633"/>
          </a:xfrm>
          <a:prstGeom prst="rect">
            <a:avLst/>
          </a:prstGeom>
        </p:spPr>
      </p:pic>
      <p:pic>
        <p:nvPicPr>
          <p:cNvPr id="13" name="图片 12" descr="图表, 折线图&#10;&#10;AI 生成的内容可能不正确。">
            <a:extLst>
              <a:ext uri="{FF2B5EF4-FFF2-40B4-BE49-F238E27FC236}">
                <a16:creationId xmlns:a16="http://schemas.microsoft.com/office/drawing/2014/main" id="{079CD957-25CA-C23F-1273-1051B87251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599" y="2338801"/>
            <a:ext cx="4483509" cy="336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882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B228F5-2810-E484-8349-A9C5AFC24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10">
            <a:extLst>
              <a:ext uri="{FF2B5EF4-FFF2-40B4-BE49-F238E27FC236}">
                <a16:creationId xmlns:a16="http://schemas.microsoft.com/office/drawing/2014/main" id="{B7BD7FCF-A254-4A97-A15C-319B67622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12">
            <a:extLst>
              <a:ext uri="{FF2B5EF4-FFF2-40B4-BE49-F238E27FC236}">
                <a16:creationId xmlns:a16="http://schemas.microsoft.com/office/drawing/2014/main" id="{52FFAF72-6204-4676-9C6F-9A4CC4D91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34D42FB-59E5-F3DC-4699-2BE82B7116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7"/>
            <a:ext cx="4620584" cy="4567137"/>
          </a:xfrm>
        </p:spPr>
        <p:txBody>
          <a:bodyPr>
            <a:normAutofit/>
          </a:bodyPr>
          <a:lstStyle/>
          <a:p>
            <a:pPr algn="l"/>
            <a:r>
              <a:rPr lang="fr-FR" altLang="zh-CN" sz="4400" b="1" u="sng"/>
              <a:t>Erreur</a:t>
            </a:r>
            <a:endParaRPr lang="zh-CN" altLang="en-US" sz="4400" b="1" u="sng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86C486F-80D1-9851-AD3C-8B5FABF44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5277684"/>
            <a:ext cx="4620584" cy="775494"/>
          </a:xfrm>
        </p:spPr>
        <p:txBody>
          <a:bodyPr>
            <a:normAutofit/>
          </a:bodyPr>
          <a:lstStyle/>
          <a:p>
            <a:pPr algn="l"/>
            <a:r>
              <a:rPr lang="fr-FR" altLang="zh-CN" sz="1700"/>
              <a:t>Erreur moyenne de la saturation entre les deux modèles sur l’ensemble des pas de temps.</a:t>
            </a:r>
            <a:endParaRPr lang="zh-CN" altLang="en-US" sz="1700"/>
          </a:p>
        </p:txBody>
      </p:sp>
      <p:pic>
        <p:nvPicPr>
          <p:cNvPr id="6" name="图片 5" descr="图表, 折线图, 直方图&#10;&#10;AI 生成的内容可能不正确。">
            <a:extLst>
              <a:ext uri="{FF2B5EF4-FFF2-40B4-BE49-F238E27FC236}">
                <a16:creationId xmlns:a16="http://schemas.microsoft.com/office/drawing/2014/main" id="{A7961C75-DFE1-DC48-6A11-8367013374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18078" y="1503895"/>
            <a:ext cx="5031720" cy="3773789"/>
          </a:xfrm>
          <a:prstGeom prst="rect">
            <a:avLst/>
          </a:prstGeom>
          <a:noFill/>
        </p:spPr>
      </p:pic>
      <p:sp>
        <p:nvSpPr>
          <p:cNvPr id="4" name="AutoShape 2" descr="PPT-背景-白色-纹理-">
            <a:extLst>
              <a:ext uri="{FF2B5EF4-FFF2-40B4-BE49-F238E27FC236}">
                <a16:creationId xmlns:a16="http://schemas.microsoft.com/office/drawing/2014/main" id="{A6D3F710-F484-582B-1D76-3A1BB5383FF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 descr="PPT-背景-白色-纹理-">
            <a:extLst>
              <a:ext uri="{FF2B5EF4-FFF2-40B4-BE49-F238E27FC236}">
                <a16:creationId xmlns:a16="http://schemas.microsoft.com/office/drawing/2014/main" id="{F7F0204E-3AE9-91D6-A4A7-9E17D97254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8569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CA01ED-0F21-54CF-F13E-6FF43F2E5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54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56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DD71360-D2E8-FC3A-5106-3484705AC4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408" y="992094"/>
            <a:ext cx="3616913" cy="2795160"/>
          </a:xfrm>
        </p:spPr>
        <p:txBody>
          <a:bodyPr>
            <a:normAutofit/>
          </a:bodyPr>
          <a:lstStyle/>
          <a:p>
            <a:r>
              <a:rPr lang="fr-FR" altLang="zh-CN" sz="4400" b="1" u="sng"/>
              <a:t>Résultat 2</a:t>
            </a:r>
            <a:endParaRPr lang="zh-CN" altLang="en-US" sz="4400" b="1" u="sng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CD1A891-058A-7462-412E-0AA23F73F3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6287" y="4121253"/>
            <a:ext cx="3125337" cy="1136843"/>
          </a:xfrm>
        </p:spPr>
        <p:txBody>
          <a:bodyPr>
            <a:normAutofit/>
          </a:bodyPr>
          <a:lstStyle/>
          <a:p>
            <a:pPr algn="l"/>
            <a:r>
              <a:rPr lang="fr-FR" altLang="zh-CN" sz="1400" dirty="0"/>
              <a:t>En utilisant les données de réanalyse SAFRAN/SURFEX de Météo-France disponibles depuis le 31/07/1957, afin de réaliser une simulation plus réaliste. V</a:t>
            </a:r>
            <a:r>
              <a:rPr lang="en-US" altLang="zh-CN" sz="1400" dirty="0" err="1"/>
              <a:t>oici</a:t>
            </a:r>
            <a:r>
              <a:rPr lang="en-US" altLang="zh-CN" sz="1400" dirty="0"/>
              <a:t> un </a:t>
            </a:r>
            <a:r>
              <a:rPr lang="en-US" altLang="zh-CN" sz="1400" dirty="0" err="1"/>
              <a:t>affichage</a:t>
            </a:r>
            <a:r>
              <a:rPr lang="en-US" altLang="zh-CN" sz="1400" dirty="0"/>
              <a:t> des </a:t>
            </a:r>
            <a:r>
              <a:rPr lang="fr-FR" altLang="zh-CN" sz="1400" dirty="0"/>
              <a:t>données:</a:t>
            </a:r>
            <a:endParaRPr lang="zh-CN" altLang="en-US" sz="1400" dirty="0"/>
          </a:p>
        </p:txBody>
      </p:sp>
      <p:sp>
        <p:nvSpPr>
          <p:cNvPr id="4" name="AutoShape 2" descr="PPT-背景-白色-纹理-">
            <a:extLst>
              <a:ext uri="{FF2B5EF4-FFF2-40B4-BE49-F238E27FC236}">
                <a16:creationId xmlns:a16="http://schemas.microsoft.com/office/drawing/2014/main" id="{B3331F29-1FBC-7292-68F2-19D8C2B73C1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 descr="PPT-背景-白色-纹理-">
            <a:extLst>
              <a:ext uri="{FF2B5EF4-FFF2-40B4-BE49-F238E27FC236}">
                <a16:creationId xmlns:a16="http://schemas.microsoft.com/office/drawing/2014/main" id="{5CA32A3E-0899-D2FF-8C23-2DA312A61A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7" name="图片 6" descr="图表, 直方图&#10;&#10;AI 生成的内容可能不正确。">
            <a:extLst>
              <a:ext uri="{FF2B5EF4-FFF2-40B4-BE49-F238E27FC236}">
                <a16:creationId xmlns:a16="http://schemas.microsoft.com/office/drawing/2014/main" id="{128E23F1-1414-11CF-2533-3C3E23C921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086" y="1234435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3889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882CF1-E992-0BE4-695C-6BE13BA65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8F22782-A010-8B0D-4B33-BBCF88729A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8675" y="306570"/>
            <a:ext cx="10534650" cy="817403"/>
          </a:xfrm>
        </p:spPr>
        <p:txBody>
          <a:bodyPr anchor="b">
            <a:normAutofit/>
          </a:bodyPr>
          <a:lstStyle/>
          <a:p>
            <a:r>
              <a:rPr lang="fr-FR" altLang="zh-CN" sz="3600" b="1" u="sng" dirty="0"/>
              <a:t>Etat Stationnaire</a:t>
            </a:r>
            <a:endParaRPr lang="zh-CN" altLang="en-US" sz="3600" b="1" u="sng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BDE1820-1C14-D2E8-9CD3-5AED8083D5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8675" y="1203812"/>
            <a:ext cx="9541061" cy="771688"/>
          </a:xfrm>
        </p:spPr>
        <p:txBody>
          <a:bodyPr>
            <a:normAutofit fontScale="92500"/>
          </a:bodyPr>
          <a:lstStyle/>
          <a:p>
            <a:r>
              <a:rPr lang="fr-FR" altLang="zh-CN" sz="1600" dirty="0"/>
              <a:t>Dans un domaine présentant une extension latérale du versant de 50 m, une pente de 2 % et une hauteur de 10 m </a:t>
            </a:r>
          </a:p>
          <a:p>
            <a:r>
              <a:rPr lang="fr-FR" altLang="zh-CN" sz="1600" dirty="0"/>
              <a:t>Cas sable, obtenu par une recharge constante:</a:t>
            </a:r>
            <a:endParaRPr lang="zh-CN" altLang="en-US" sz="1600" dirty="0"/>
          </a:p>
        </p:txBody>
      </p:sp>
      <p:sp>
        <p:nvSpPr>
          <p:cNvPr id="4" name="AutoShape 2" descr="PPT-背景-白色-纹理-">
            <a:extLst>
              <a:ext uri="{FF2B5EF4-FFF2-40B4-BE49-F238E27FC236}">
                <a16:creationId xmlns:a16="http://schemas.microsoft.com/office/drawing/2014/main" id="{00044856-9CFE-3536-9647-23F1F5AC41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 descr="PPT-背景-白色-纹理-">
            <a:extLst>
              <a:ext uri="{FF2B5EF4-FFF2-40B4-BE49-F238E27FC236}">
                <a16:creationId xmlns:a16="http://schemas.microsoft.com/office/drawing/2014/main" id="{9A047CBC-B653-4E31-2875-637242BDEE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7" name="图片 6" descr="图表, 直方图&#10;&#10;AI 生成的内容可能不正确。">
            <a:extLst>
              <a:ext uri="{FF2B5EF4-FFF2-40B4-BE49-F238E27FC236}">
                <a16:creationId xmlns:a16="http://schemas.microsoft.com/office/drawing/2014/main" id="{4B6C461B-276D-FBD3-2EE8-3293F7BD82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514" y="2163345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932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46641-90A5-2930-DE16-D476C4E1E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D8224FA4-1194-8686-2EE6-27243B1C3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761" y="1706829"/>
            <a:ext cx="8377678" cy="2226978"/>
          </a:xfrm>
          <a:prstGeom prst="rect">
            <a:avLst/>
          </a:prstGeom>
        </p:spPr>
      </p:pic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2C3DE2EA-108F-870D-5E0B-5520CCC9BAF2}"/>
              </a:ext>
            </a:extLst>
          </p:cNvPr>
          <p:cNvSpPr/>
          <p:nvPr/>
        </p:nvSpPr>
        <p:spPr>
          <a:xfrm>
            <a:off x="-6137" y="-12274"/>
            <a:ext cx="12198138" cy="2049729"/>
          </a:xfrm>
          <a:custGeom>
            <a:avLst/>
            <a:gdLst>
              <a:gd name="connsiteX0" fmla="*/ 0 w 12212456"/>
              <a:gd name="connsiteY0" fmla="*/ 509364 h 975769"/>
              <a:gd name="connsiteX1" fmla="*/ 0 w 12212456"/>
              <a:gd name="connsiteY1" fmla="*/ 509364 h 975769"/>
              <a:gd name="connsiteX2" fmla="*/ 85917 w 12212456"/>
              <a:gd name="connsiteY2" fmla="*/ 601418 h 975769"/>
              <a:gd name="connsiteX3" fmla="*/ 220929 w 12212456"/>
              <a:gd name="connsiteY3" fmla="*/ 736430 h 975769"/>
              <a:gd name="connsiteX4" fmla="*/ 294572 w 12212456"/>
              <a:gd name="connsiteY4" fmla="*/ 767114 h 975769"/>
              <a:gd name="connsiteX5" fmla="*/ 380489 w 12212456"/>
              <a:gd name="connsiteY5" fmla="*/ 760977 h 975769"/>
              <a:gd name="connsiteX6" fmla="*/ 441858 w 12212456"/>
              <a:gd name="connsiteY6" fmla="*/ 718019 h 975769"/>
              <a:gd name="connsiteX7" fmla="*/ 490953 w 12212456"/>
              <a:gd name="connsiteY7" fmla="*/ 693471 h 975769"/>
              <a:gd name="connsiteX8" fmla="*/ 533911 w 12212456"/>
              <a:gd name="connsiteY8" fmla="*/ 662787 h 975769"/>
              <a:gd name="connsiteX9" fmla="*/ 619828 w 12212456"/>
              <a:gd name="connsiteY9" fmla="*/ 638239 h 975769"/>
              <a:gd name="connsiteX10" fmla="*/ 736430 w 12212456"/>
              <a:gd name="connsiteY10" fmla="*/ 619828 h 975769"/>
              <a:gd name="connsiteX11" fmla="*/ 902126 w 12212456"/>
              <a:gd name="connsiteY11" fmla="*/ 668924 h 975769"/>
              <a:gd name="connsiteX12" fmla="*/ 988043 w 12212456"/>
              <a:gd name="connsiteY12" fmla="*/ 693471 h 975769"/>
              <a:gd name="connsiteX13" fmla="*/ 1024865 w 12212456"/>
              <a:gd name="connsiteY13" fmla="*/ 705745 h 975769"/>
              <a:gd name="connsiteX14" fmla="*/ 1073960 w 12212456"/>
              <a:gd name="connsiteY14" fmla="*/ 730293 h 975769"/>
              <a:gd name="connsiteX15" fmla="*/ 1135329 w 12212456"/>
              <a:gd name="connsiteY15" fmla="*/ 773251 h 975769"/>
              <a:gd name="connsiteX16" fmla="*/ 1245793 w 12212456"/>
              <a:gd name="connsiteY16" fmla="*/ 791662 h 975769"/>
              <a:gd name="connsiteX17" fmla="*/ 1411490 w 12212456"/>
              <a:gd name="connsiteY17" fmla="*/ 785525 h 975769"/>
              <a:gd name="connsiteX18" fmla="*/ 1540365 w 12212456"/>
              <a:gd name="connsiteY18" fmla="*/ 779388 h 975769"/>
              <a:gd name="connsiteX19" fmla="*/ 1816526 w 12212456"/>
              <a:gd name="connsiteY19" fmla="*/ 785525 h 975769"/>
              <a:gd name="connsiteX20" fmla="*/ 1902443 w 12212456"/>
              <a:gd name="connsiteY20" fmla="*/ 816210 h 975769"/>
              <a:gd name="connsiteX21" fmla="*/ 1994497 w 12212456"/>
              <a:gd name="connsiteY21" fmla="*/ 834620 h 975769"/>
              <a:gd name="connsiteX22" fmla="*/ 2074277 w 12212456"/>
              <a:gd name="connsiteY22" fmla="*/ 853031 h 975769"/>
              <a:gd name="connsiteX23" fmla="*/ 2098824 w 12212456"/>
              <a:gd name="connsiteY23" fmla="*/ 865305 h 975769"/>
              <a:gd name="connsiteX24" fmla="*/ 2301342 w 12212456"/>
              <a:gd name="connsiteY24" fmla="*/ 902126 h 975769"/>
              <a:gd name="connsiteX25" fmla="*/ 2737063 w 12212456"/>
              <a:gd name="connsiteY25" fmla="*/ 889853 h 975769"/>
              <a:gd name="connsiteX26" fmla="*/ 2829117 w 12212456"/>
              <a:gd name="connsiteY26" fmla="*/ 877579 h 975769"/>
              <a:gd name="connsiteX27" fmla="*/ 2939581 w 12212456"/>
              <a:gd name="connsiteY27" fmla="*/ 846894 h 975769"/>
              <a:gd name="connsiteX28" fmla="*/ 3050046 w 12212456"/>
              <a:gd name="connsiteY28" fmla="*/ 822346 h 975769"/>
              <a:gd name="connsiteX29" fmla="*/ 3178921 w 12212456"/>
              <a:gd name="connsiteY29" fmla="*/ 840757 h 975769"/>
              <a:gd name="connsiteX30" fmla="*/ 3289385 w 12212456"/>
              <a:gd name="connsiteY30" fmla="*/ 859168 h 975769"/>
              <a:gd name="connsiteX31" fmla="*/ 3737380 w 12212456"/>
              <a:gd name="connsiteY31" fmla="*/ 908263 h 975769"/>
              <a:gd name="connsiteX32" fmla="*/ 3829434 w 12212456"/>
              <a:gd name="connsiteY32" fmla="*/ 883716 h 975769"/>
              <a:gd name="connsiteX33" fmla="*/ 3921487 w 12212456"/>
              <a:gd name="connsiteY33" fmla="*/ 853031 h 975769"/>
              <a:gd name="connsiteX34" fmla="*/ 4007404 w 12212456"/>
              <a:gd name="connsiteY34" fmla="*/ 840757 h 975769"/>
              <a:gd name="connsiteX35" fmla="*/ 4473809 w 12212456"/>
              <a:gd name="connsiteY35" fmla="*/ 797799 h 975769"/>
              <a:gd name="connsiteX36" fmla="*/ 4700875 w 12212456"/>
              <a:gd name="connsiteY36" fmla="*/ 822346 h 975769"/>
              <a:gd name="connsiteX37" fmla="*/ 4786792 w 12212456"/>
              <a:gd name="connsiteY37" fmla="*/ 877579 h 975769"/>
              <a:gd name="connsiteX38" fmla="*/ 5529358 w 12212456"/>
              <a:gd name="connsiteY38" fmla="*/ 871442 h 975769"/>
              <a:gd name="connsiteX39" fmla="*/ 5713466 w 12212456"/>
              <a:gd name="connsiteY39" fmla="*/ 865305 h 975769"/>
              <a:gd name="connsiteX40" fmla="*/ 6130776 w 12212456"/>
              <a:gd name="connsiteY40" fmla="*/ 859168 h 975769"/>
              <a:gd name="connsiteX41" fmla="*/ 6701509 w 12212456"/>
              <a:gd name="connsiteY41" fmla="*/ 908263 h 975769"/>
              <a:gd name="connsiteX42" fmla="*/ 6738330 w 12212456"/>
              <a:gd name="connsiteY42" fmla="*/ 926674 h 975769"/>
              <a:gd name="connsiteX43" fmla="*/ 6787426 w 12212456"/>
              <a:gd name="connsiteY43" fmla="*/ 975769 h 975769"/>
              <a:gd name="connsiteX44" fmla="*/ 6904027 w 12212456"/>
              <a:gd name="connsiteY44" fmla="*/ 963495 h 975769"/>
              <a:gd name="connsiteX45" fmla="*/ 6971533 w 12212456"/>
              <a:gd name="connsiteY45" fmla="*/ 951222 h 975769"/>
              <a:gd name="connsiteX46" fmla="*/ 7738647 w 12212456"/>
              <a:gd name="connsiteY46" fmla="*/ 945085 h 975769"/>
              <a:gd name="connsiteX47" fmla="*/ 8002534 w 12212456"/>
              <a:gd name="connsiteY47" fmla="*/ 902126 h 975769"/>
              <a:gd name="connsiteX48" fmla="*/ 8192779 w 12212456"/>
              <a:gd name="connsiteY48" fmla="*/ 895989 h 975769"/>
              <a:gd name="connsiteX49" fmla="*/ 8475077 w 12212456"/>
              <a:gd name="connsiteY49" fmla="*/ 877579 h 975769"/>
              <a:gd name="connsiteX50" fmla="*/ 8634636 w 12212456"/>
              <a:gd name="connsiteY50" fmla="*/ 853031 h 975769"/>
              <a:gd name="connsiteX51" fmla="*/ 8677595 w 12212456"/>
              <a:gd name="connsiteY51" fmla="*/ 834620 h 975769"/>
              <a:gd name="connsiteX52" fmla="*/ 8714416 w 12212456"/>
              <a:gd name="connsiteY52" fmla="*/ 822346 h 975769"/>
              <a:gd name="connsiteX53" fmla="*/ 8794196 w 12212456"/>
              <a:gd name="connsiteY53" fmla="*/ 785525 h 975769"/>
              <a:gd name="connsiteX54" fmla="*/ 8898524 w 12212456"/>
              <a:gd name="connsiteY54" fmla="*/ 779388 h 975769"/>
              <a:gd name="connsiteX55" fmla="*/ 9064220 w 12212456"/>
              <a:gd name="connsiteY55" fmla="*/ 877579 h 975769"/>
              <a:gd name="connsiteX56" fmla="*/ 9113316 w 12212456"/>
              <a:gd name="connsiteY56" fmla="*/ 895989 h 975769"/>
              <a:gd name="connsiteX57" fmla="*/ 10211823 w 12212456"/>
              <a:gd name="connsiteY57" fmla="*/ 908263 h 975769"/>
              <a:gd name="connsiteX58" fmla="*/ 10236371 w 12212456"/>
              <a:gd name="connsiteY58" fmla="*/ 932811 h 975769"/>
              <a:gd name="connsiteX59" fmla="*/ 10365246 w 12212456"/>
              <a:gd name="connsiteY59" fmla="*/ 963495 h 975769"/>
              <a:gd name="connsiteX60" fmla="*/ 10647544 w 12212456"/>
              <a:gd name="connsiteY60" fmla="*/ 945085 h 975769"/>
              <a:gd name="connsiteX61" fmla="*/ 10727324 w 12212456"/>
              <a:gd name="connsiteY61" fmla="*/ 926674 h 975769"/>
              <a:gd name="connsiteX62" fmla="*/ 10874609 w 12212456"/>
              <a:gd name="connsiteY62" fmla="*/ 908263 h 975769"/>
              <a:gd name="connsiteX63" fmla="*/ 10978937 w 12212456"/>
              <a:gd name="connsiteY63" fmla="*/ 877579 h 975769"/>
              <a:gd name="connsiteX64" fmla="*/ 11113949 w 12212456"/>
              <a:gd name="connsiteY64" fmla="*/ 840757 h 975769"/>
              <a:gd name="connsiteX65" fmla="*/ 11377836 w 12212456"/>
              <a:gd name="connsiteY65" fmla="*/ 668924 h 975769"/>
              <a:gd name="connsiteX66" fmla="*/ 11463753 w 12212456"/>
              <a:gd name="connsiteY66" fmla="*/ 625965 h 975769"/>
              <a:gd name="connsiteX67" fmla="*/ 11561944 w 12212456"/>
              <a:gd name="connsiteY67" fmla="*/ 607555 h 975769"/>
              <a:gd name="connsiteX68" fmla="*/ 11721503 w 12212456"/>
              <a:gd name="connsiteY68" fmla="*/ 613691 h 975769"/>
              <a:gd name="connsiteX69" fmla="*/ 11764462 w 12212456"/>
              <a:gd name="connsiteY69" fmla="*/ 632102 h 975769"/>
              <a:gd name="connsiteX70" fmla="*/ 11819694 w 12212456"/>
              <a:gd name="connsiteY70" fmla="*/ 650513 h 975769"/>
              <a:gd name="connsiteX71" fmla="*/ 12126540 w 12212456"/>
              <a:gd name="connsiteY71" fmla="*/ 564596 h 975769"/>
              <a:gd name="connsiteX72" fmla="*/ 12194046 w 12212456"/>
              <a:gd name="connsiteY72" fmla="*/ 509364 h 975769"/>
              <a:gd name="connsiteX73" fmla="*/ 12212456 w 12212456"/>
              <a:gd name="connsiteY73" fmla="*/ 503227 h 975769"/>
              <a:gd name="connsiteX74" fmla="*/ 12200183 w 12212456"/>
              <a:gd name="connsiteY74" fmla="*/ 0 h 975769"/>
              <a:gd name="connsiteX75" fmla="*/ 6137 w 12212456"/>
              <a:gd name="connsiteY75" fmla="*/ 6137 h 975769"/>
              <a:gd name="connsiteX76" fmla="*/ 0 w 12212456"/>
              <a:gd name="connsiteY76" fmla="*/ 509364 h 975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</a:cxnLst>
            <a:rect l="l" t="t" r="r" b="b"/>
            <a:pathLst>
              <a:path w="12212456" h="975769">
                <a:moveTo>
                  <a:pt x="0" y="509364"/>
                </a:moveTo>
                <a:lnTo>
                  <a:pt x="0" y="509364"/>
                </a:lnTo>
                <a:cubicBezTo>
                  <a:pt x="28639" y="540049"/>
                  <a:pt x="58031" y="570047"/>
                  <a:pt x="85917" y="601418"/>
                </a:cubicBezTo>
                <a:cubicBezTo>
                  <a:pt x="139956" y="662211"/>
                  <a:pt x="12803" y="649712"/>
                  <a:pt x="220929" y="736430"/>
                </a:cubicBezTo>
                <a:lnTo>
                  <a:pt x="294572" y="767114"/>
                </a:lnTo>
                <a:cubicBezTo>
                  <a:pt x="323211" y="765068"/>
                  <a:pt x="353250" y="770056"/>
                  <a:pt x="380489" y="760977"/>
                </a:cubicBezTo>
                <a:cubicBezTo>
                  <a:pt x="404178" y="753081"/>
                  <a:pt x="419524" y="729186"/>
                  <a:pt x="441858" y="718019"/>
                </a:cubicBezTo>
                <a:cubicBezTo>
                  <a:pt x="458223" y="709836"/>
                  <a:pt x="475264" y="702885"/>
                  <a:pt x="490953" y="693471"/>
                </a:cubicBezTo>
                <a:cubicBezTo>
                  <a:pt x="506042" y="684417"/>
                  <a:pt x="518384" y="671068"/>
                  <a:pt x="533911" y="662787"/>
                </a:cubicBezTo>
                <a:cubicBezTo>
                  <a:pt x="573397" y="641728"/>
                  <a:pt x="580902" y="646024"/>
                  <a:pt x="619828" y="638239"/>
                </a:cubicBezTo>
                <a:cubicBezTo>
                  <a:pt x="711862" y="619832"/>
                  <a:pt x="638054" y="629666"/>
                  <a:pt x="736430" y="619828"/>
                </a:cubicBezTo>
                <a:lnTo>
                  <a:pt x="902126" y="668924"/>
                </a:lnTo>
                <a:cubicBezTo>
                  <a:pt x="930712" y="677291"/>
                  <a:pt x="959787" y="684052"/>
                  <a:pt x="988043" y="693471"/>
                </a:cubicBezTo>
                <a:cubicBezTo>
                  <a:pt x="1000317" y="697562"/>
                  <a:pt x="1012973" y="700648"/>
                  <a:pt x="1024865" y="705745"/>
                </a:cubicBezTo>
                <a:cubicBezTo>
                  <a:pt x="1041682" y="712952"/>
                  <a:pt x="1058348" y="720752"/>
                  <a:pt x="1073960" y="730293"/>
                </a:cubicBezTo>
                <a:cubicBezTo>
                  <a:pt x="1095266" y="743314"/>
                  <a:pt x="1110699" y="769146"/>
                  <a:pt x="1135329" y="773251"/>
                </a:cubicBezTo>
                <a:lnTo>
                  <a:pt x="1245793" y="791662"/>
                </a:lnTo>
                <a:lnTo>
                  <a:pt x="1411490" y="785525"/>
                </a:lnTo>
                <a:cubicBezTo>
                  <a:pt x="1454460" y="783735"/>
                  <a:pt x="1497358" y="779388"/>
                  <a:pt x="1540365" y="779388"/>
                </a:cubicBezTo>
                <a:cubicBezTo>
                  <a:pt x="1632441" y="779388"/>
                  <a:pt x="1724472" y="783479"/>
                  <a:pt x="1816526" y="785525"/>
                </a:cubicBezTo>
                <a:cubicBezTo>
                  <a:pt x="1827543" y="789656"/>
                  <a:pt x="1886194" y="812341"/>
                  <a:pt x="1902443" y="816210"/>
                </a:cubicBezTo>
                <a:cubicBezTo>
                  <a:pt x="1932884" y="823458"/>
                  <a:pt x="1963899" y="828063"/>
                  <a:pt x="1994497" y="834620"/>
                </a:cubicBezTo>
                <a:cubicBezTo>
                  <a:pt x="2021183" y="840338"/>
                  <a:pt x="2047684" y="846894"/>
                  <a:pt x="2074277" y="853031"/>
                </a:cubicBezTo>
                <a:cubicBezTo>
                  <a:pt x="2082459" y="857122"/>
                  <a:pt x="2090062" y="862676"/>
                  <a:pt x="2098824" y="865305"/>
                </a:cubicBezTo>
                <a:cubicBezTo>
                  <a:pt x="2194748" y="894083"/>
                  <a:pt x="2201118" y="890336"/>
                  <a:pt x="2301342" y="902126"/>
                </a:cubicBezTo>
                <a:cubicBezTo>
                  <a:pt x="2538781" y="882339"/>
                  <a:pt x="2137173" y="914172"/>
                  <a:pt x="2737063" y="889853"/>
                </a:cubicBezTo>
                <a:cubicBezTo>
                  <a:pt x="2767994" y="888599"/>
                  <a:pt x="2798432" y="881670"/>
                  <a:pt x="2829117" y="877579"/>
                </a:cubicBezTo>
                <a:lnTo>
                  <a:pt x="2939581" y="846894"/>
                </a:lnTo>
                <a:cubicBezTo>
                  <a:pt x="2987245" y="834594"/>
                  <a:pt x="3008758" y="830604"/>
                  <a:pt x="3050046" y="822346"/>
                </a:cubicBezTo>
                <a:lnTo>
                  <a:pt x="3178921" y="840757"/>
                </a:lnTo>
                <a:cubicBezTo>
                  <a:pt x="3215816" y="846433"/>
                  <a:pt x="3252326" y="854688"/>
                  <a:pt x="3289385" y="859168"/>
                </a:cubicBezTo>
                <a:cubicBezTo>
                  <a:pt x="3438525" y="877196"/>
                  <a:pt x="3737380" y="908263"/>
                  <a:pt x="3737380" y="908263"/>
                </a:cubicBezTo>
                <a:cubicBezTo>
                  <a:pt x="3768065" y="900081"/>
                  <a:pt x="3799016" y="892841"/>
                  <a:pt x="3829434" y="883716"/>
                </a:cubicBezTo>
                <a:cubicBezTo>
                  <a:pt x="3860414" y="874422"/>
                  <a:pt x="3890046" y="860620"/>
                  <a:pt x="3921487" y="853031"/>
                </a:cubicBezTo>
                <a:cubicBezTo>
                  <a:pt x="3949609" y="846243"/>
                  <a:pt x="3978618" y="843636"/>
                  <a:pt x="4007404" y="840757"/>
                </a:cubicBezTo>
                <a:lnTo>
                  <a:pt x="4473809" y="797799"/>
                </a:lnTo>
                <a:cubicBezTo>
                  <a:pt x="4549498" y="805981"/>
                  <a:pt x="4627104" y="803542"/>
                  <a:pt x="4700875" y="822346"/>
                </a:cubicBezTo>
                <a:cubicBezTo>
                  <a:pt x="4733866" y="830756"/>
                  <a:pt x="4786792" y="877579"/>
                  <a:pt x="4786792" y="877579"/>
                </a:cubicBezTo>
                <a:lnTo>
                  <a:pt x="5529358" y="871442"/>
                </a:lnTo>
                <a:cubicBezTo>
                  <a:pt x="5590756" y="870629"/>
                  <a:pt x="5652075" y="866558"/>
                  <a:pt x="5713466" y="865305"/>
                </a:cubicBezTo>
                <a:lnTo>
                  <a:pt x="6130776" y="859168"/>
                </a:lnTo>
                <a:cubicBezTo>
                  <a:pt x="6321020" y="875533"/>
                  <a:pt x="6511730" y="887176"/>
                  <a:pt x="6701509" y="908263"/>
                </a:cubicBezTo>
                <a:cubicBezTo>
                  <a:pt x="6715148" y="909778"/>
                  <a:pt x="6727540" y="918196"/>
                  <a:pt x="6738330" y="926674"/>
                </a:cubicBezTo>
                <a:cubicBezTo>
                  <a:pt x="6756528" y="940973"/>
                  <a:pt x="6787426" y="975769"/>
                  <a:pt x="6787426" y="975769"/>
                </a:cubicBezTo>
                <a:cubicBezTo>
                  <a:pt x="6826293" y="971678"/>
                  <a:pt x="6865288" y="968660"/>
                  <a:pt x="6904027" y="963495"/>
                </a:cubicBezTo>
                <a:cubicBezTo>
                  <a:pt x="6926697" y="960472"/>
                  <a:pt x="6948668" y="951726"/>
                  <a:pt x="6971533" y="951222"/>
                </a:cubicBezTo>
                <a:cubicBezTo>
                  <a:pt x="7227184" y="945583"/>
                  <a:pt x="7482942" y="947131"/>
                  <a:pt x="7738647" y="945085"/>
                </a:cubicBezTo>
                <a:cubicBezTo>
                  <a:pt x="7826609" y="930765"/>
                  <a:pt x="7913930" y="911705"/>
                  <a:pt x="8002534" y="902126"/>
                </a:cubicBezTo>
                <a:cubicBezTo>
                  <a:pt x="8065614" y="895306"/>
                  <a:pt x="8129386" y="898630"/>
                  <a:pt x="8192779" y="895989"/>
                </a:cubicBezTo>
                <a:cubicBezTo>
                  <a:pt x="8253640" y="893453"/>
                  <a:pt x="8437881" y="880144"/>
                  <a:pt x="8475077" y="877579"/>
                </a:cubicBezTo>
                <a:cubicBezTo>
                  <a:pt x="8528263" y="869396"/>
                  <a:pt x="8581995" y="864197"/>
                  <a:pt x="8634636" y="853031"/>
                </a:cubicBezTo>
                <a:cubicBezTo>
                  <a:pt x="8649876" y="849798"/>
                  <a:pt x="8663054" y="840213"/>
                  <a:pt x="8677595" y="834620"/>
                </a:cubicBezTo>
                <a:cubicBezTo>
                  <a:pt x="8689670" y="829976"/>
                  <a:pt x="8702593" y="827600"/>
                  <a:pt x="8714416" y="822346"/>
                </a:cubicBezTo>
                <a:cubicBezTo>
                  <a:pt x="8763726" y="800431"/>
                  <a:pt x="8688440" y="805110"/>
                  <a:pt x="8794196" y="785525"/>
                </a:cubicBezTo>
                <a:cubicBezTo>
                  <a:pt x="8828450" y="779182"/>
                  <a:pt x="8863748" y="781434"/>
                  <a:pt x="8898524" y="779388"/>
                </a:cubicBezTo>
                <a:cubicBezTo>
                  <a:pt x="8953756" y="812118"/>
                  <a:pt x="9004106" y="855037"/>
                  <a:pt x="9064220" y="877579"/>
                </a:cubicBezTo>
                <a:cubicBezTo>
                  <a:pt x="9080585" y="883716"/>
                  <a:pt x="9095844" y="895522"/>
                  <a:pt x="9113316" y="895989"/>
                </a:cubicBezTo>
                <a:cubicBezTo>
                  <a:pt x="9479377" y="905777"/>
                  <a:pt x="9845654" y="904172"/>
                  <a:pt x="10211823" y="908263"/>
                </a:cubicBezTo>
                <a:cubicBezTo>
                  <a:pt x="10220006" y="916446"/>
                  <a:pt x="10227585" y="925280"/>
                  <a:pt x="10236371" y="932811"/>
                </a:cubicBezTo>
                <a:cubicBezTo>
                  <a:pt x="10272195" y="963518"/>
                  <a:pt x="10316568" y="955382"/>
                  <a:pt x="10365246" y="963495"/>
                </a:cubicBezTo>
                <a:cubicBezTo>
                  <a:pt x="10459345" y="957358"/>
                  <a:pt x="10553729" y="954625"/>
                  <a:pt x="10647544" y="945085"/>
                </a:cubicBezTo>
                <a:cubicBezTo>
                  <a:pt x="10674696" y="942324"/>
                  <a:pt x="10700384" y="931043"/>
                  <a:pt x="10727324" y="926674"/>
                </a:cubicBezTo>
                <a:cubicBezTo>
                  <a:pt x="10776163" y="918754"/>
                  <a:pt x="10825514" y="914400"/>
                  <a:pt x="10874609" y="908263"/>
                </a:cubicBezTo>
                <a:cubicBezTo>
                  <a:pt x="10909385" y="898035"/>
                  <a:pt x="10943838" y="886637"/>
                  <a:pt x="10978937" y="877579"/>
                </a:cubicBezTo>
                <a:cubicBezTo>
                  <a:pt x="11120500" y="841047"/>
                  <a:pt x="11014422" y="878080"/>
                  <a:pt x="11113949" y="840757"/>
                </a:cubicBezTo>
                <a:cubicBezTo>
                  <a:pt x="11213570" y="752205"/>
                  <a:pt x="11200105" y="757790"/>
                  <a:pt x="11377836" y="668924"/>
                </a:cubicBezTo>
                <a:cubicBezTo>
                  <a:pt x="11406475" y="654604"/>
                  <a:pt x="11434118" y="638089"/>
                  <a:pt x="11463753" y="625965"/>
                </a:cubicBezTo>
                <a:cubicBezTo>
                  <a:pt x="11492398" y="614246"/>
                  <a:pt x="11531747" y="611329"/>
                  <a:pt x="11561944" y="607555"/>
                </a:cubicBezTo>
                <a:cubicBezTo>
                  <a:pt x="11615130" y="609600"/>
                  <a:pt x="11668664" y="607286"/>
                  <a:pt x="11721503" y="613691"/>
                </a:cubicBezTo>
                <a:cubicBezTo>
                  <a:pt x="11736969" y="615566"/>
                  <a:pt x="11749875" y="626632"/>
                  <a:pt x="11764462" y="632102"/>
                </a:cubicBezTo>
                <a:cubicBezTo>
                  <a:pt x="11782633" y="638916"/>
                  <a:pt x="11801283" y="644376"/>
                  <a:pt x="11819694" y="650513"/>
                </a:cubicBezTo>
                <a:cubicBezTo>
                  <a:pt x="11907404" y="635894"/>
                  <a:pt x="12048491" y="628454"/>
                  <a:pt x="12126540" y="564596"/>
                </a:cubicBezTo>
                <a:cubicBezTo>
                  <a:pt x="12149042" y="546185"/>
                  <a:pt x="12170388" y="526263"/>
                  <a:pt x="12194046" y="509364"/>
                </a:cubicBezTo>
                <a:cubicBezTo>
                  <a:pt x="12199310" y="505604"/>
                  <a:pt x="12212456" y="503227"/>
                  <a:pt x="12212456" y="503227"/>
                </a:cubicBezTo>
                <a:lnTo>
                  <a:pt x="12200183" y="0"/>
                </a:lnTo>
                <a:lnTo>
                  <a:pt x="6137" y="6137"/>
                </a:lnTo>
                <a:cubicBezTo>
                  <a:pt x="4091" y="165697"/>
                  <a:pt x="1023" y="425493"/>
                  <a:pt x="0" y="509364"/>
                </a:cubicBezTo>
                <a:close/>
              </a:path>
            </a:pathLst>
          </a:cu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1AF2B8C-C5AC-B9BC-4120-255E94554F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8675" y="306570"/>
            <a:ext cx="10534650" cy="817403"/>
          </a:xfrm>
        </p:spPr>
        <p:txBody>
          <a:bodyPr anchor="b">
            <a:normAutofit/>
          </a:bodyPr>
          <a:lstStyle/>
          <a:p>
            <a:r>
              <a:rPr lang="fr-FR" altLang="zh-CN" sz="3600" b="1" u="sng" dirty="0"/>
              <a:t>Etat Stationnaire</a:t>
            </a:r>
            <a:endParaRPr lang="zh-CN" altLang="en-US" sz="3600" b="1" u="sng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C8D3A3E-93C6-86D4-4496-4B4C0517FE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2026" y="1180670"/>
            <a:ext cx="9541061" cy="771688"/>
          </a:xfrm>
        </p:spPr>
        <p:txBody>
          <a:bodyPr>
            <a:normAutofit/>
          </a:bodyPr>
          <a:lstStyle/>
          <a:p>
            <a:r>
              <a:rPr lang="fr-FR" altLang="zh-CN" sz="1600" dirty="0"/>
              <a:t>Dans un domaine présentant une extension latérale du versant de 50 m, une pente de 2 % et une hauteur de 10 m, simulons dans le milieu </a:t>
            </a:r>
            <a:r>
              <a:rPr lang="en-US" altLang="zh-CN" sz="1600" dirty="0"/>
              <a:t>de type</a:t>
            </a:r>
            <a:r>
              <a:rPr lang="fr-FR" altLang="zh-CN" sz="1600" dirty="0"/>
              <a:t> loam</a:t>
            </a:r>
          </a:p>
        </p:txBody>
      </p:sp>
      <p:sp>
        <p:nvSpPr>
          <p:cNvPr id="4" name="AutoShape 2" descr="PPT-背景-白色-纹理-">
            <a:extLst>
              <a:ext uri="{FF2B5EF4-FFF2-40B4-BE49-F238E27FC236}">
                <a16:creationId xmlns:a16="http://schemas.microsoft.com/office/drawing/2014/main" id="{BE1E5C14-CF5B-83EF-595C-8432A423A09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 descr="PPT-背景-白色-纹理-">
            <a:extLst>
              <a:ext uri="{FF2B5EF4-FFF2-40B4-BE49-F238E27FC236}">
                <a16:creationId xmlns:a16="http://schemas.microsoft.com/office/drawing/2014/main" id="{68DB8D36-41B3-3E70-AB85-6D50496A86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副标题 2">
            <a:extLst>
              <a:ext uri="{FF2B5EF4-FFF2-40B4-BE49-F238E27FC236}">
                <a16:creationId xmlns:a16="http://schemas.microsoft.com/office/drawing/2014/main" id="{ACFA8106-FBA5-5AE0-5A98-AD8063D94643}"/>
              </a:ext>
            </a:extLst>
          </p:cNvPr>
          <p:cNvSpPr txBox="1">
            <a:spLocks/>
          </p:cNvSpPr>
          <p:nvPr/>
        </p:nvSpPr>
        <p:spPr>
          <a:xfrm>
            <a:off x="1325468" y="6302324"/>
            <a:ext cx="8426823" cy="397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/>
              <a:t>Dupuit-Richards </a:t>
            </a:r>
            <a:r>
              <a:rPr lang="en-US" altLang="zh-CN" sz="1600" dirty="0" err="1"/>
              <a:t>en</a:t>
            </a:r>
            <a:r>
              <a:rPr lang="en-US" altLang="zh-CN" sz="1600" dirty="0"/>
              <a:t> haut</a:t>
            </a:r>
            <a:r>
              <a:rPr lang="fr-FR" altLang="zh-CN" sz="1600" dirty="0"/>
              <a:t>, Richards en bas.</a:t>
            </a:r>
            <a:endParaRPr lang="zh-CN" altLang="en-US" sz="160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85366420-85B8-D6DE-6423-B68A57839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994" y="3749877"/>
            <a:ext cx="8377678" cy="246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444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144CB-60D6-8763-DBF8-D23AB9EBD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DR-loam">
            <a:hlinkClick r:id="" action="ppaction://media"/>
            <a:extLst>
              <a:ext uri="{FF2B5EF4-FFF2-40B4-BE49-F238E27FC236}">
                <a16:creationId xmlns:a16="http://schemas.microsoft.com/office/drawing/2014/main" id="{5F8F86C7-3A75-4878-7DD7-EBA7C63654D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338146" y="1351661"/>
            <a:ext cx="9613900" cy="2743200"/>
          </a:xfrm>
          <a:prstGeom prst="rect">
            <a:avLst/>
          </a:prstGeom>
        </p:spPr>
      </p:pic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322CEC5D-C75E-AFC6-46A6-F429D258A4D1}"/>
              </a:ext>
            </a:extLst>
          </p:cNvPr>
          <p:cNvSpPr/>
          <p:nvPr/>
        </p:nvSpPr>
        <p:spPr>
          <a:xfrm>
            <a:off x="-6137" y="-12274"/>
            <a:ext cx="12200183" cy="2473176"/>
          </a:xfrm>
          <a:custGeom>
            <a:avLst/>
            <a:gdLst>
              <a:gd name="connsiteX0" fmla="*/ 0 w 12200183"/>
              <a:gd name="connsiteY0" fmla="*/ 12274 h 2473176"/>
              <a:gd name="connsiteX1" fmla="*/ 12274 w 12200183"/>
              <a:gd name="connsiteY1" fmla="*/ 1362395 h 2473176"/>
              <a:gd name="connsiteX2" fmla="*/ 36822 w 12200183"/>
              <a:gd name="connsiteY2" fmla="*/ 1386942 h 2473176"/>
              <a:gd name="connsiteX3" fmla="*/ 141149 w 12200183"/>
              <a:gd name="connsiteY3" fmla="*/ 1436038 h 2473176"/>
              <a:gd name="connsiteX4" fmla="*/ 190244 w 12200183"/>
              <a:gd name="connsiteY4" fmla="*/ 1466722 h 2473176"/>
              <a:gd name="connsiteX5" fmla="*/ 386626 w 12200183"/>
              <a:gd name="connsiteY5" fmla="*/ 1515818 h 2473176"/>
              <a:gd name="connsiteX6" fmla="*/ 558459 w 12200183"/>
              <a:gd name="connsiteY6" fmla="*/ 1497407 h 2473176"/>
              <a:gd name="connsiteX7" fmla="*/ 601418 w 12200183"/>
              <a:gd name="connsiteY7" fmla="*/ 1472859 h 2473176"/>
              <a:gd name="connsiteX8" fmla="*/ 742567 w 12200183"/>
              <a:gd name="connsiteY8" fmla="*/ 1386942 h 2473176"/>
              <a:gd name="connsiteX9" fmla="*/ 828483 w 12200183"/>
              <a:gd name="connsiteY9" fmla="*/ 1393079 h 2473176"/>
              <a:gd name="connsiteX10" fmla="*/ 914400 w 12200183"/>
              <a:gd name="connsiteY10" fmla="*/ 1417627 h 2473176"/>
              <a:gd name="connsiteX11" fmla="*/ 963495 w 12200183"/>
              <a:gd name="connsiteY11" fmla="*/ 1429901 h 2473176"/>
              <a:gd name="connsiteX12" fmla="*/ 1031001 w 12200183"/>
              <a:gd name="connsiteY12" fmla="*/ 1466722 h 2473176"/>
              <a:gd name="connsiteX13" fmla="*/ 1110781 w 12200183"/>
              <a:gd name="connsiteY13" fmla="*/ 1491270 h 2473176"/>
              <a:gd name="connsiteX14" fmla="*/ 1239656 w 12200183"/>
              <a:gd name="connsiteY14" fmla="*/ 1521955 h 2473176"/>
              <a:gd name="connsiteX15" fmla="*/ 1307163 w 12200183"/>
              <a:gd name="connsiteY15" fmla="*/ 1540365 h 2473176"/>
              <a:gd name="connsiteX16" fmla="*/ 1386942 w 12200183"/>
              <a:gd name="connsiteY16" fmla="*/ 1558776 h 2473176"/>
              <a:gd name="connsiteX17" fmla="*/ 1497407 w 12200183"/>
              <a:gd name="connsiteY17" fmla="*/ 1583324 h 2473176"/>
              <a:gd name="connsiteX18" fmla="*/ 1626282 w 12200183"/>
              <a:gd name="connsiteY18" fmla="*/ 1595597 h 2473176"/>
              <a:gd name="connsiteX19" fmla="*/ 1896306 w 12200183"/>
              <a:gd name="connsiteY19" fmla="*/ 1644693 h 2473176"/>
              <a:gd name="connsiteX20" fmla="*/ 2043592 w 12200183"/>
              <a:gd name="connsiteY20" fmla="*/ 1656967 h 2473176"/>
              <a:gd name="connsiteX21" fmla="*/ 2135646 w 12200183"/>
              <a:gd name="connsiteY21" fmla="*/ 1675377 h 2473176"/>
              <a:gd name="connsiteX22" fmla="*/ 2190878 w 12200183"/>
              <a:gd name="connsiteY22" fmla="*/ 1638556 h 2473176"/>
              <a:gd name="connsiteX23" fmla="*/ 2344301 w 12200183"/>
              <a:gd name="connsiteY23" fmla="*/ 1607871 h 2473176"/>
              <a:gd name="connsiteX24" fmla="*/ 2479313 w 12200183"/>
              <a:gd name="connsiteY24" fmla="*/ 1595597 h 2473176"/>
              <a:gd name="connsiteX25" fmla="*/ 2700242 w 12200183"/>
              <a:gd name="connsiteY25" fmla="*/ 1601734 h 2473176"/>
              <a:gd name="connsiteX26" fmla="*/ 2835254 w 12200183"/>
              <a:gd name="connsiteY26" fmla="*/ 1626282 h 2473176"/>
              <a:gd name="connsiteX27" fmla="*/ 3000950 w 12200183"/>
              <a:gd name="connsiteY27" fmla="*/ 1669240 h 2473176"/>
              <a:gd name="connsiteX28" fmla="*/ 3240290 w 12200183"/>
              <a:gd name="connsiteY28" fmla="*/ 1656967 h 2473176"/>
              <a:gd name="connsiteX29" fmla="*/ 3381439 w 12200183"/>
              <a:gd name="connsiteY29" fmla="*/ 1644693 h 2473176"/>
              <a:gd name="connsiteX30" fmla="*/ 3504177 w 12200183"/>
              <a:gd name="connsiteY30" fmla="*/ 1663104 h 2473176"/>
              <a:gd name="connsiteX31" fmla="*/ 3553273 w 12200183"/>
              <a:gd name="connsiteY31" fmla="*/ 1681514 h 2473176"/>
              <a:gd name="connsiteX32" fmla="*/ 3896940 w 12200183"/>
              <a:gd name="connsiteY32" fmla="*/ 1675377 h 2473176"/>
              <a:gd name="connsiteX33" fmla="*/ 4062636 w 12200183"/>
              <a:gd name="connsiteY33" fmla="*/ 1687651 h 2473176"/>
              <a:gd name="connsiteX34" fmla="*/ 4160827 w 12200183"/>
              <a:gd name="connsiteY34" fmla="*/ 1693788 h 2473176"/>
              <a:gd name="connsiteX35" fmla="*/ 4424714 w 12200183"/>
              <a:gd name="connsiteY35" fmla="*/ 1687651 h 2473176"/>
              <a:gd name="connsiteX36" fmla="*/ 5019995 w 12200183"/>
              <a:gd name="connsiteY36" fmla="*/ 1693788 h 2473176"/>
              <a:gd name="connsiteX37" fmla="*/ 5197965 w 12200183"/>
              <a:gd name="connsiteY37" fmla="*/ 1699925 h 2473176"/>
              <a:gd name="connsiteX38" fmla="*/ 5400483 w 12200183"/>
              <a:gd name="connsiteY38" fmla="*/ 1687651 h 2473176"/>
              <a:gd name="connsiteX39" fmla="*/ 5437305 w 12200183"/>
              <a:gd name="connsiteY39" fmla="*/ 1669240 h 2473176"/>
              <a:gd name="connsiteX40" fmla="*/ 5541632 w 12200183"/>
              <a:gd name="connsiteY40" fmla="*/ 1614008 h 2473176"/>
              <a:gd name="connsiteX41" fmla="*/ 5596865 w 12200183"/>
              <a:gd name="connsiteY41" fmla="*/ 1607871 h 2473176"/>
              <a:gd name="connsiteX42" fmla="*/ 5682781 w 12200183"/>
              <a:gd name="connsiteY42" fmla="*/ 1620145 h 2473176"/>
              <a:gd name="connsiteX43" fmla="*/ 6063270 w 12200183"/>
              <a:gd name="connsiteY43" fmla="*/ 1571050 h 2473176"/>
              <a:gd name="connsiteX44" fmla="*/ 6578771 w 12200183"/>
              <a:gd name="connsiteY44" fmla="*/ 1583324 h 2473176"/>
              <a:gd name="connsiteX45" fmla="*/ 6603318 w 12200183"/>
              <a:gd name="connsiteY45" fmla="*/ 1589461 h 2473176"/>
              <a:gd name="connsiteX46" fmla="*/ 6701509 w 12200183"/>
              <a:gd name="connsiteY46" fmla="*/ 1595597 h 2473176"/>
              <a:gd name="connsiteX47" fmla="*/ 6916301 w 12200183"/>
              <a:gd name="connsiteY47" fmla="*/ 1632419 h 2473176"/>
              <a:gd name="connsiteX48" fmla="*/ 6946985 w 12200183"/>
              <a:gd name="connsiteY48" fmla="*/ 1650830 h 2473176"/>
              <a:gd name="connsiteX49" fmla="*/ 7487034 w 12200183"/>
              <a:gd name="connsiteY49" fmla="*/ 1632419 h 2473176"/>
              <a:gd name="connsiteX50" fmla="*/ 7922754 w 12200183"/>
              <a:gd name="connsiteY50" fmla="*/ 1638556 h 2473176"/>
              <a:gd name="connsiteX51" fmla="*/ 7977987 w 12200183"/>
              <a:gd name="connsiteY51" fmla="*/ 1650830 h 2473176"/>
              <a:gd name="connsiteX52" fmla="*/ 8051630 w 12200183"/>
              <a:gd name="connsiteY52" fmla="*/ 1669240 h 2473176"/>
              <a:gd name="connsiteX53" fmla="*/ 8241874 w 12200183"/>
              <a:gd name="connsiteY53" fmla="*/ 1656967 h 2473176"/>
              <a:gd name="connsiteX54" fmla="*/ 8327791 w 12200183"/>
              <a:gd name="connsiteY54" fmla="*/ 1632419 h 2473176"/>
              <a:gd name="connsiteX55" fmla="*/ 8389160 w 12200183"/>
              <a:gd name="connsiteY55" fmla="*/ 1620145 h 2473176"/>
              <a:gd name="connsiteX56" fmla="*/ 8511898 w 12200183"/>
              <a:gd name="connsiteY56" fmla="*/ 1589461 h 2473176"/>
              <a:gd name="connsiteX57" fmla="*/ 8732827 w 12200183"/>
              <a:gd name="connsiteY57" fmla="*/ 1595597 h 2473176"/>
              <a:gd name="connsiteX58" fmla="*/ 8812607 w 12200183"/>
              <a:gd name="connsiteY58" fmla="*/ 1601734 h 2473176"/>
              <a:gd name="connsiteX59" fmla="*/ 9647227 w 12200183"/>
              <a:gd name="connsiteY59" fmla="*/ 1626282 h 2473176"/>
              <a:gd name="connsiteX60" fmla="*/ 9733144 w 12200183"/>
              <a:gd name="connsiteY60" fmla="*/ 1681514 h 2473176"/>
              <a:gd name="connsiteX61" fmla="*/ 9794513 w 12200183"/>
              <a:gd name="connsiteY61" fmla="*/ 1718336 h 2473176"/>
              <a:gd name="connsiteX62" fmla="*/ 9831334 w 12200183"/>
              <a:gd name="connsiteY62" fmla="*/ 1724473 h 2473176"/>
              <a:gd name="connsiteX63" fmla="*/ 9886567 w 12200183"/>
              <a:gd name="connsiteY63" fmla="*/ 1742883 h 2473176"/>
              <a:gd name="connsiteX64" fmla="*/ 9972483 w 12200183"/>
              <a:gd name="connsiteY64" fmla="*/ 1767431 h 2473176"/>
              <a:gd name="connsiteX65" fmla="*/ 10082948 w 12200183"/>
              <a:gd name="connsiteY65" fmla="*/ 1785842 h 2473176"/>
              <a:gd name="connsiteX66" fmla="*/ 10181138 w 12200183"/>
              <a:gd name="connsiteY66" fmla="*/ 1773568 h 2473176"/>
              <a:gd name="connsiteX67" fmla="*/ 10273192 w 12200183"/>
              <a:gd name="connsiteY67" fmla="*/ 1742883 h 2473176"/>
              <a:gd name="connsiteX68" fmla="*/ 10377520 w 12200183"/>
              <a:gd name="connsiteY68" fmla="*/ 1749020 h 2473176"/>
              <a:gd name="connsiteX69" fmla="*/ 10420478 w 12200183"/>
              <a:gd name="connsiteY69" fmla="*/ 1767431 h 2473176"/>
              <a:gd name="connsiteX70" fmla="*/ 10475710 w 12200183"/>
              <a:gd name="connsiteY70" fmla="*/ 1785842 h 2473176"/>
              <a:gd name="connsiteX71" fmla="*/ 10616859 w 12200183"/>
              <a:gd name="connsiteY71" fmla="*/ 1822663 h 2473176"/>
              <a:gd name="connsiteX72" fmla="*/ 10794830 w 12200183"/>
              <a:gd name="connsiteY72" fmla="*/ 1884032 h 2473176"/>
              <a:gd name="connsiteX73" fmla="*/ 10843925 w 12200183"/>
              <a:gd name="connsiteY73" fmla="*/ 1890169 h 2473176"/>
              <a:gd name="connsiteX74" fmla="*/ 11077128 w 12200183"/>
              <a:gd name="connsiteY74" fmla="*/ 1865622 h 2473176"/>
              <a:gd name="connsiteX75" fmla="*/ 11175318 w 12200183"/>
              <a:gd name="connsiteY75" fmla="*/ 1847211 h 2473176"/>
              <a:gd name="connsiteX76" fmla="*/ 11193729 w 12200183"/>
              <a:gd name="connsiteY76" fmla="*/ 1859485 h 2473176"/>
              <a:gd name="connsiteX77" fmla="*/ 11291920 w 12200183"/>
              <a:gd name="connsiteY77" fmla="*/ 1902443 h 2473176"/>
              <a:gd name="connsiteX78" fmla="*/ 11341015 w 12200183"/>
              <a:gd name="connsiteY78" fmla="*/ 1939265 h 2473176"/>
              <a:gd name="connsiteX79" fmla="*/ 11476027 w 12200183"/>
              <a:gd name="connsiteY79" fmla="*/ 2025181 h 2473176"/>
              <a:gd name="connsiteX80" fmla="*/ 11488301 w 12200183"/>
              <a:gd name="connsiteY80" fmla="*/ 2043592 h 2473176"/>
              <a:gd name="connsiteX81" fmla="*/ 11549670 w 12200183"/>
              <a:gd name="connsiteY81" fmla="*/ 2086551 h 2473176"/>
              <a:gd name="connsiteX82" fmla="*/ 11574218 w 12200183"/>
              <a:gd name="connsiteY82" fmla="*/ 2092687 h 2473176"/>
              <a:gd name="connsiteX83" fmla="*/ 11764462 w 12200183"/>
              <a:gd name="connsiteY83" fmla="*/ 2129509 h 2473176"/>
              <a:gd name="connsiteX84" fmla="*/ 11838105 w 12200183"/>
              <a:gd name="connsiteY84" fmla="*/ 2203152 h 2473176"/>
              <a:gd name="connsiteX85" fmla="*/ 11856516 w 12200183"/>
              <a:gd name="connsiteY85" fmla="*/ 2239973 h 2473176"/>
              <a:gd name="connsiteX86" fmla="*/ 11948569 w 12200183"/>
              <a:gd name="connsiteY86" fmla="*/ 2319753 h 2473176"/>
              <a:gd name="connsiteX87" fmla="*/ 12009938 w 12200183"/>
              <a:gd name="connsiteY87" fmla="*/ 2295206 h 2473176"/>
              <a:gd name="connsiteX88" fmla="*/ 12028349 w 12200183"/>
              <a:gd name="connsiteY88" fmla="*/ 2282932 h 2473176"/>
              <a:gd name="connsiteX89" fmla="*/ 12059034 w 12200183"/>
              <a:gd name="connsiteY89" fmla="*/ 2313616 h 2473176"/>
              <a:gd name="connsiteX90" fmla="*/ 12114266 w 12200183"/>
              <a:gd name="connsiteY90" fmla="*/ 2374985 h 2473176"/>
              <a:gd name="connsiteX91" fmla="*/ 12132677 w 12200183"/>
              <a:gd name="connsiteY91" fmla="*/ 2393396 h 2473176"/>
              <a:gd name="connsiteX92" fmla="*/ 12157224 w 12200183"/>
              <a:gd name="connsiteY92" fmla="*/ 2430218 h 2473176"/>
              <a:gd name="connsiteX93" fmla="*/ 12163361 w 12200183"/>
              <a:gd name="connsiteY93" fmla="*/ 2448628 h 2473176"/>
              <a:gd name="connsiteX94" fmla="*/ 12181772 w 12200183"/>
              <a:gd name="connsiteY94" fmla="*/ 2460902 h 2473176"/>
              <a:gd name="connsiteX95" fmla="*/ 12200183 w 12200183"/>
              <a:gd name="connsiteY95" fmla="*/ 2473176 h 2473176"/>
              <a:gd name="connsiteX96" fmla="*/ 12194046 w 12200183"/>
              <a:gd name="connsiteY96" fmla="*/ 0 h 2473176"/>
              <a:gd name="connsiteX97" fmla="*/ 0 w 12200183"/>
              <a:gd name="connsiteY97" fmla="*/ 12274 h 2473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12200183" h="2473176">
                <a:moveTo>
                  <a:pt x="0" y="12274"/>
                </a:moveTo>
                <a:lnTo>
                  <a:pt x="12274" y="1362395"/>
                </a:lnTo>
                <a:lnTo>
                  <a:pt x="36822" y="1386942"/>
                </a:lnTo>
                <a:cubicBezTo>
                  <a:pt x="71598" y="1403307"/>
                  <a:pt x="107050" y="1418306"/>
                  <a:pt x="141149" y="1436038"/>
                </a:cubicBezTo>
                <a:cubicBezTo>
                  <a:pt x="158271" y="1444941"/>
                  <a:pt x="172232" y="1459794"/>
                  <a:pt x="190244" y="1466722"/>
                </a:cubicBezTo>
                <a:cubicBezTo>
                  <a:pt x="241942" y="1486606"/>
                  <a:pt x="330010" y="1503686"/>
                  <a:pt x="386626" y="1515818"/>
                </a:cubicBezTo>
                <a:cubicBezTo>
                  <a:pt x="443904" y="1509681"/>
                  <a:pt x="501972" y="1508705"/>
                  <a:pt x="558459" y="1497407"/>
                </a:cubicBezTo>
                <a:cubicBezTo>
                  <a:pt x="574631" y="1494172"/>
                  <a:pt x="587791" y="1482150"/>
                  <a:pt x="601418" y="1472859"/>
                </a:cubicBezTo>
                <a:cubicBezTo>
                  <a:pt x="725388" y="1388333"/>
                  <a:pt x="649656" y="1421784"/>
                  <a:pt x="742567" y="1386942"/>
                </a:cubicBezTo>
                <a:cubicBezTo>
                  <a:pt x="771206" y="1388988"/>
                  <a:pt x="800218" y="1388032"/>
                  <a:pt x="828483" y="1393079"/>
                </a:cubicBezTo>
                <a:cubicBezTo>
                  <a:pt x="857804" y="1398315"/>
                  <a:pt x="885504" y="1410403"/>
                  <a:pt x="914400" y="1417627"/>
                </a:cubicBezTo>
                <a:lnTo>
                  <a:pt x="963495" y="1429901"/>
                </a:lnTo>
                <a:cubicBezTo>
                  <a:pt x="985997" y="1442175"/>
                  <a:pt x="1007341" y="1456864"/>
                  <a:pt x="1031001" y="1466722"/>
                </a:cubicBezTo>
                <a:cubicBezTo>
                  <a:pt x="1056684" y="1477423"/>
                  <a:pt x="1083988" y="1483768"/>
                  <a:pt x="1110781" y="1491270"/>
                </a:cubicBezTo>
                <a:cubicBezTo>
                  <a:pt x="1210039" y="1519063"/>
                  <a:pt x="1154269" y="1500609"/>
                  <a:pt x="1239656" y="1521955"/>
                </a:cubicBezTo>
                <a:cubicBezTo>
                  <a:pt x="1262284" y="1527612"/>
                  <a:pt x="1284535" y="1534708"/>
                  <a:pt x="1307163" y="1540365"/>
                </a:cubicBezTo>
                <a:cubicBezTo>
                  <a:pt x="1333640" y="1546984"/>
                  <a:pt x="1360700" y="1551278"/>
                  <a:pt x="1386942" y="1558776"/>
                </a:cubicBezTo>
                <a:cubicBezTo>
                  <a:pt x="1488144" y="1587691"/>
                  <a:pt x="1380000" y="1571583"/>
                  <a:pt x="1497407" y="1583324"/>
                </a:cubicBezTo>
                <a:cubicBezTo>
                  <a:pt x="1559219" y="1603928"/>
                  <a:pt x="1461387" y="1573112"/>
                  <a:pt x="1626282" y="1595597"/>
                </a:cubicBezTo>
                <a:cubicBezTo>
                  <a:pt x="1802547" y="1619633"/>
                  <a:pt x="1746170" y="1626819"/>
                  <a:pt x="1896306" y="1644693"/>
                </a:cubicBezTo>
                <a:cubicBezTo>
                  <a:pt x="1945226" y="1650517"/>
                  <a:pt x="1994497" y="1652876"/>
                  <a:pt x="2043592" y="1656967"/>
                </a:cubicBezTo>
                <a:cubicBezTo>
                  <a:pt x="2074277" y="1663104"/>
                  <a:pt x="2104595" y="1679258"/>
                  <a:pt x="2135646" y="1675377"/>
                </a:cubicBezTo>
                <a:cubicBezTo>
                  <a:pt x="2157602" y="1672632"/>
                  <a:pt x="2170734" y="1647712"/>
                  <a:pt x="2190878" y="1638556"/>
                </a:cubicBezTo>
                <a:cubicBezTo>
                  <a:pt x="2253327" y="1610170"/>
                  <a:pt x="2279117" y="1613303"/>
                  <a:pt x="2344301" y="1607871"/>
                </a:cubicBezTo>
                <a:cubicBezTo>
                  <a:pt x="2398583" y="1594300"/>
                  <a:pt x="2386845" y="1595597"/>
                  <a:pt x="2479313" y="1595597"/>
                </a:cubicBezTo>
                <a:cubicBezTo>
                  <a:pt x="2552984" y="1595597"/>
                  <a:pt x="2626599" y="1599688"/>
                  <a:pt x="2700242" y="1601734"/>
                </a:cubicBezTo>
                <a:cubicBezTo>
                  <a:pt x="2742682" y="1608263"/>
                  <a:pt x="2792996" y="1614208"/>
                  <a:pt x="2835254" y="1626282"/>
                </a:cubicBezTo>
                <a:cubicBezTo>
                  <a:pt x="2995981" y="1672205"/>
                  <a:pt x="2814111" y="1631873"/>
                  <a:pt x="3000950" y="1669240"/>
                </a:cubicBezTo>
                <a:lnTo>
                  <a:pt x="3240290" y="1656967"/>
                </a:lnTo>
                <a:cubicBezTo>
                  <a:pt x="3287419" y="1653926"/>
                  <a:pt x="3381439" y="1644693"/>
                  <a:pt x="3381439" y="1644693"/>
                </a:cubicBezTo>
                <a:cubicBezTo>
                  <a:pt x="3422352" y="1650830"/>
                  <a:pt x="3463725" y="1654436"/>
                  <a:pt x="3504177" y="1663104"/>
                </a:cubicBezTo>
                <a:cubicBezTo>
                  <a:pt x="3521267" y="1666766"/>
                  <a:pt x="3535803" y="1680968"/>
                  <a:pt x="3553273" y="1681514"/>
                </a:cubicBezTo>
                <a:cubicBezTo>
                  <a:pt x="3667791" y="1685092"/>
                  <a:pt x="3782384" y="1677423"/>
                  <a:pt x="3896940" y="1675377"/>
                </a:cubicBezTo>
                <a:lnTo>
                  <a:pt x="4062636" y="1687651"/>
                </a:lnTo>
                <a:cubicBezTo>
                  <a:pt x="4095351" y="1689933"/>
                  <a:pt x="4128033" y="1693788"/>
                  <a:pt x="4160827" y="1693788"/>
                </a:cubicBezTo>
                <a:cubicBezTo>
                  <a:pt x="4248813" y="1693788"/>
                  <a:pt x="4336752" y="1689697"/>
                  <a:pt x="4424714" y="1687651"/>
                </a:cubicBezTo>
                <a:lnTo>
                  <a:pt x="5019995" y="1693788"/>
                </a:lnTo>
                <a:cubicBezTo>
                  <a:pt x="5079346" y="1694730"/>
                  <a:pt x="5138614" y="1700882"/>
                  <a:pt x="5197965" y="1699925"/>
                </a:cubicBezTo>
                <a:cubicBezTo>
                  <a:pt x="5265586" y="1698834"/>
                  <a:pt x="5332977" y="1691742"/>
                  <a:pt x="5400483" y="1687651"/>
                </a:cubicBezTo>
                <a:cubicBezTo>
                  <a:pt x="5412757" y="1681514"/>
                  <a:pt x="5425538" y="1676300"/>
                  <a:pt x="5437305" y="1669240"/>
                </a:cubicBezTo>
                <a:cubicBezTo>
                  <a:pt x="5485976" y="1640038"/>
                  <a:pt x="5488489" y="1626512"/>
                  <a:pt x="5541632" y="1614008"/>
                </a:cubicBezTo>
                <a:cubicBezTo>
                  <a:pt x="5559664" y="1609765"/>
                  <a:pt x="5578454" y="1609917"/>
                  <a:pt x="5596865" y="1607871"/>
                </a:cubicBezTo>
                <a:cubicBezTo>
                  <a:pt x="5625504" y="1611962"/>
                  <a:pt x="5653892" y="1621665"/>
                  <a:pt x="5682781" y="1620145"/>
                </a:cubicBezTo>
                <a:cubicBezTo>
                  <a:pt x="5802571" y="1613841"/>
                  <a:pt x="5940593" y="1590420"/>
                  <a:pt x="6063270" y="1571050"/>
                </a:cubicBezTo>
                <a:lnTo>
                  <a:pt x="6578771" y="1583324"/>
                </a:lnTo>
                <a:cubicBezTo>
                  <a:pt x="6587200" y="1583611"/>
                  <a:pt x="6594926" y="1588622"/>
                  <a:pt x="6603318" y="1589461"/>
                </a:cubicBezTo>
                <a:cubicBezTo>
                  <a:pt x="6635949" y="1592724"/>
                  <a:pt x="6668779" y="1593552"/>
                  <a:pt x="6701509" y="1595597"/>
                </a:cubicBezTo>
                <a:cubicBezTo>
                  <a:pt x="6773106" y="1607871"/>
                  <a:pt x="6845431" y="1616473"/>
                  <a:pt x="6916301" y="1632419"/>
                </a:cubicBezTo>
                <a:cubicBezTo>
                  <a:pt x="6927938" y="1635037"/>
                  <a:pt x="6935058" y="1650655"/>
                  <a:pt x="6946985" y="1650830"/>
                </a:cubicBezTo>
                <a:cubicBezTo>
                  <a:pt x="7013037" y="1651801"/>
                  <a:pt x="7352329" y="1637807"/>
                  <a:pt x="7487034" y="1632419"/>
                </a:cubicBezTo>
                <a:cubicBezTo>
                  <a:pt x="7632274" y="1634465"/>
                  <a:pt x="7777602" y="1633113"/>
                  <a:pt x="7922754" y="1638556"/>
                </a:cubicBezTo>
                <a:cubicBezTo>
                  <a:pt x="7941601" y="1639263"/>
                  <a:pt x="7959640" y="1646462"/>
                  <a:pt x="7977987" y="1650830"/>
                </a:cubicBezTo>
                <a:cubicBezTo>
                  <a:pt x="8002602" y="1656691"/>
                  <a:pt x="8027082" y="1663103"/>
                  <a:pt x="8051630" y="1669240"/>
                </a:cubicBezTo>
                <a:cubicBezTo>
                  <a:pt x="8115045" y="1665149"/>
                  <a:pt x="8178885" y="1665365"/>
                  <a:pt x="8241874" y="1656967"/>
                </a:cubicBezTo>
                <a:cubicBezTo>
                  <a:pt x="8271398" y="1653031"/>
                  <a:pt x="8298895" y="1639643"/>
                  <a:pt x="8327791" y="1632419"/>
                </a:cubicBezTo>
                <a:cubicBezTo>
                  <a:pt x="8348030" y="1627359"/>
                  <a:pt x="8368866" y="1624977"/>
                  <a:pt x="8389160" y="1620145"/>
                </a:cubicBezTo>
                <a:cubicBezTo>
                  <a:pt x="8661638" y="1555268"/>
                  <a:pt x="8282869" y="1640353"/>
                  <a:pt x="8511898" y="1589461"/>
                </a:cubicBezTo>
                <a:lnTo>
                  <a:pt x="8732827" y="1595597"/>
                </a:lnTo>
                <a:cubicBezTo>
                  <a:pt x="8759477" y="1596685"/>
                  <a:pt x="8785950" y="1600839"/>
                  <a:pt x="8812607" y="1601734"/>
                </a:cubicBezTo>
                <a:lnTo>
                  <a:pt x="9647227" y="1626282"/>
                </a:lnTo>
                <a:cubicBezTo>
                  <a:pt x="9748389" y="1702155"/>
                  <a:pt x="9650462" y="1633283"/>
                  <a:pt x="9733144" y="1681514"/>
                </a:cubicBezTo>
                <a:cubicBezTo>
                  <a:pt x="9747692" y="1690000"/>
                  <a:pt x="9775305" y="1712574"/>
                  <a:pt x="9794513" y="1718336"/>
                </a:cubicBezTo>
                <a:cubicBezTo>
                  <a:pt x="9806431" y="1721912"/>
                  <a:pt x="9819311" y="1721267"/>
                  <a:pt x="9831334" y="1724473"/>
                </a:cubicBezTo>
                <a:cubicBezTo>
                  <a:pt x="9850086" y="1729473"/>
                  <a:pt x="9868001" y="1737233"/>
                  <a:pt x="9886567" y="1742883"/>
                </a:cubicBezTo>
                <a:cubicBezTo>
                  <a:pt x="9915061" y="1751555"/>
                  <a:pt x="9943386" y="1761066"/>
                  <a:pt x="9972483" y="1767431"/>
                </a:cubicBezTo>
                <a:cubicBezTo>
                  <a:pt x="10008950" y="1775408"/>
                  <a:pt x="10082948" y="1785842"/>
                  <a:pt x="10082948" y="1785842"/>
                </a:cubicBezTo>
                <a:cubicBezTo>
                  <a:pt x="10115678" y="1781751"/>
                  <a:pt x="10148747" y="1779797"/>
                  <a:pt x="10181138" y="1773568"/>
                </a:cubicBezTo>
                <a:cubicBezTo>
                  <a:pt x="10215765" y="1766909"/>
                  <a:pt x="10241914" y="1755394"/>
                  <a:pt x="10273192" y="1742883"/>
                </a:cubicBezTo>
                <a:cubicBezTo>
                  <a:pt x="10307968" y="1744929"/>
                  <a:pt x="10343158" y="1743293"/>
                  <a:pt x="10377520" y="1749020"/>
                </a:cubicBezTo>
                <a:cubicBezTo>
                  <a:pt x="10392887" y="1751581"/>
                  <a:pt x="10405891" y="1761961"/>
                  <a:pt x="10420478" y="1767431"/>
                </a:cubicBezTo>
                <a:cubicBezTo>
                  <a:pt x="10438649" y="1774245"/>
                  <a:pt x="10456932" y="1780943"/>
                  <a:pt x="10475710" y="1785842"/>
                </a:cubicBezTo>
                <a:cubicBezTo>
                  <a:pt x="10522760" y="1798116"/>
                  <a:pt x="10571331" y="1805590"/>
                  <a:pt x="10616859" y="1822663"/>
                </a:cubicBezTo>
                <a:cubicBezTo>
                  <a:pt x="10668819" y="1842148"/>
                  <a:pt x="10739174" y="1870781"/>
                  <a:pt x="10794830" y="1884032"/>
                </a:cubicBezTo>
                <a:cubicBezTo>
                  <a:pt x="10810874" y="1887852"/>
                  <a:pt x="10827560" y="1888123"/>
                  <a:pt x="10843925" y="1890169"/>
                </a:cubicBezTo>
                <a:lnTo>
                  <a:pt x="11077128" y="1865622"/>
                </a:lnTo>
                <a:cubicBezTo>
                  <a:pt x="11148836" y="1857186"/>
                  <a:pt x="11134860" y="1860697"/>
                  <a:pt x="11175318" y="1847211"/>
                </a:cubicBezTo>
                <a:cubicBezTo>
                  <a:pt x="11181455" y="1851302"/>
                  <a:pt x="11187063" y="1856328"/>
                  <a:pt x="11193729" y="1859485"/>
                </a:cubicBezTo>
                <a:cubicBezTo>
                  <a:pt x="11226016" y="1874779"/>
                  <a:pt x="11263340" y="1881007"/>
                  <a:pt x="11291920" y="1902443"/>
                </a:cubicBezTo>
                <a:cubicBezTo>
                  <a:pt x="11308285" y="1914717"/>
                  <a:pt x="11324099" y="1927762"/>
                  <a:pt x="11341015" y="1939265"/>
                </a:cubicBezTo>
                <a:cubicBezTo>
                  <a:pt x="11408292" y="1985014"/>
                  <a:pt x="11423377" y="1993592"/>
                  <a:pt x="11476027" y="2025181"/>
                </a:cubicBezTo>
                <a:cubicBezTo>
                  <a:pt x="11480118" y="2031318"/>
                  <a:pt x="11483086" y="2038376"/>
                  <a:pt x="11488301" y="2043592"/>
                </a:cubicBezTo>
                <a:cubicBezTo>
                  <a:pt x="11501012" y="2056304"/>
                  <a:pt x="11532602" y="2078966"/>
                  <a:pt x="11549670" y="2086551"/>
                </a:cubicBezTo>
                <a:cubicBezTo>
                  <a:pt x="11557378" y="2089976"/>
                  <a:pt x="11565947" y="2091033"/>
                  <a:pt x="11574218" y="2092687"/>
                </a:cubicBezTo>
                <a:lnTo>
                  <a:pt x="11764462" y="2129509"/>
                </a:lnTo>
                <a:cubicBezTo>
                  <a:pt x="11789010" y="2154057"/>
                  <a:pt x="11822579" y="2172102"/>
                  <a:pt x="11838105" y="2203152"/>
                </a:cubicBezTo>
                <a:cubicBezTo>
                  <a:pt x="11844242" y="2215426"/>
                  <a:pt x="11847731" y="2229431"/>
                  <a:pt x="11856516" y="2239973"/>
                </a:cubicBezTo>
                <a:cubicBezTo>
                  <a:pt x="11916683" y="2312174"/>
                  <a:pt x="11900587" y="2303759"/>
                  <a:pt x="11948569" y="2319753"/>
                </a:cubicBezTo>
                <a:cubicBezTo>
                  <a:pt x="11969025" y="2311571"/>
                  <a:pt x="11989934" y="2304439"/>
                  <a:pt x="12009938" y="2295206"/>
                </a:cubicBezTo>
                <a:cubicBezTo>
                  <a:pt x="12016635" y="2292115"/>
                  <a:pt x="12021443" y="2280342"/>
                  <a:pt x="12028349" y="2282932"/>
                </a:cubicBezTo>
                <a:cubicBezTo>
                  <a:pt x="12041893" y="2288011"/>
                  <a:pt x="12049164" y="2303041"/>
                  <a:pt x="12059034" y="2313616"/>
                </a:cubicBezTo>
                <a:cubicBezTo>
                  <a:pt x="12077812" y="2333735"/>
                  <a:pt x="12095599" y="2354762"/>
                  <a:pt x="12114266" y="2374985"/>
                </a:cubicBezTo>
                <a:cubicBezTo>
                  <a:pt x="12120153" y="2381362"/>
                  <a:pt x="12127349" y="2386545"/>
                  <a:pt x="12132677" y="2393396"/>
                </a:cubicBezTo>
                <a:cubicBezTo>
                  <a:pt x="12141733" y="2405040"/>
                  <a:pt x="12150060" y="2417323"/>
                  <a:pt x="12157224" y="2430218"/>
                </a:cubicBezTo>
                <a:cubicBezTo>
                  <a:pt x="12160365" y="2435873"/>
                  <a:pt x="12159320" y="2443577"/>
                  <a:pt x="12163361" y="2448628"/>
                </a:cubicBezTo>
                <a:cubicBezTo>
                  <a:pt x="12167969" y="2454387"/>
                  <a:pt x="12175635" y="2456811"/>
                  <a:pt x="12181772" y="2460902"/>
                </a:cubicBezTo>
                <a:lnTo>
                  <a:pt x="12200183" y="2473176"/>
                </a:lnTo>
                <a:cubicBezTo>
                  <a:pt x="12198137" y="1648784"/>
                  <a:pt x="12196092" y="824392"/>
                  <a:pt x="12194046" y="0"/>
                </a:cubicBezTo>
                <a:lnTo>
                  <a:pt x="0" y="12274"/>
                </a:lnTo>
                <a:close/>
              </a:path>
            </a:pathLst>
          </a:cu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R-loam">
            <a:hlinkClick r:id="" action="ppaction://media"/>
            <a:extLst>
              <a:ext uri="{FF2B5EF4-FFF2-40B4-BE49-F238E27FC236}">
                <a16:creationId xmlns:a16="http://schemas.microsoft.com/office/drawing/2014/main" id="{F0EA4202-4C4D-EF62-0075-DFA50F126198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289050" y="3494949"/>
            <a:ext cx="9613900" cy="27432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7B667F0-E867-D76B-56F8-A85DD8F57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8675" y="418214"/>
            <a:ext cx="10534650" cy="817403"/>
          </a:xfrm>
        </p:spPr>
        <p:txBody>
          <a:bodyPr anchor="b">
            <a:normAutofit/>
          </a:bodyPr>
          <a:lstStyle/>
          <a:p>
            <a:r>
              <a:rPr lang="fr-FR" altLang="zh-CN" sz="3600" b="1" u="sng" dirty="0"/>
              <a:t>Etat Transitoire</a:t>
            </a:r>
            <a:endParaRPr lang="zh-CN" altLang="en-US" sz="3600" b="1" u="sng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3095F2E-72CF-6B8E-6296-9E77303034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3069" y="1235617"/>
            <a:ext cx="9541061" cy="771688"/>
          </a:xfrm>
        </p:spPr>
        <p:txBody>
          <a:bodyPr>
            <a:normAutofit/>
          </a:bodyPr>
          <a:lstStyle/>
          <a:p>
            <a:r>
              <a:rPr lang="fr-FR" altLang="zh-CN" sz="1600" dirty="0"/>
              <a:t>Vidéo pour la simulation de 1900 à 1903 (</a:t>
            </a:r>
            <a:r>
              <a:rPr lang="en-US" altLang="zh-CN" sz="1600" dirty="0"/>
              <a:t>Dupuit-Richards </a:t>
            </a:r>
            <a:r>
              <a:rPr lang="en-US" altLang="zh-CN" sz="1600" dirty="0" err="1"/>
              <a:t>en</a:t>
            </a:r>
            <a:r>
              <a:rPr lang="en-US" altLang="zh-CN" sz="1600" dirty="0"/>
              <a:t> haut</a:t>
            </a:r>
            <a:r>
              <a:rPr lang="fr-FR" altLang="zh-CN" sz="1600" dirty="0"/>
              <a:t>, Richards en bas.)</a:t>
            </a:r>
            <a:endParaRPr lang="zh-CN" altLang="en-US" sz="1600" dirty="0"/>
          </a:p>
        </p:txBody>
      </p:sp>
      <p:sp>
        <p:nvSpPr>
          <p:cNvPr id="4" name="AutoShape 2" descr="PPT-背景-白色-纹理-">
            <a:extLst>
              <a:ext uri="{FF2B5EF4-FFF2-40B4-BE49-F238E27FC236}">
                <a16:creationId xmlns:a16="http://schemas.microsoft.com/office/drawing/2014/main" id="{9D2DE7EB-8B64-90CD-6A7C-589DDD28AC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 descr="PPT-背景-白色-纹理-">
            <a:extLst>
              <a:ext uri="{FF2B5EF4-FFF2-40B4-BE49-F238E27FC236}">
                <a16:creationId xmlns:a16="http://schemas.microsoft.com/office/drawing/2014/main" id="{2AFA60B4-C8EB-BE55-A771-015A970088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120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0174CC-4A92-B9A2-C9CA-605BAB613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E934483-4D3F-F8AE-859E-E5C41A1A83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3101" y="572579"/>
            <a:ext cx="9392421" cy="10436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zh-CN" sz="2300" b="1" u="sng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Comparaison</a:t>
            </a:r>
            <a:r>
              <a:rPr lang="en-US" altLang="zh-CN" sz="2300" b="1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du flux </a:t>
            </a:r>
            <a:r>
              <a:rPr lang="en-US" altLang="zh-CN" sz="2300" b="1" u="sng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sortant</a:t>
            </a:r>
            <a:r>
              <a:rPr lang="en-US" altLang="zh-CN" sz="2300" b="1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(Dupuit-Richards VS Richards)</a:t>
            </a:r>
          </a:p>
        </p:txBody>
      </p:sp>
      <p:sp>
        <p:nvSpPr>
          <p:cNvPr id="13" name="副标题 2">
            <a:extLst>
              <a:ext uri="{FF2B5EF4-FFF2-40B4-BE49-F238E27FC236}">
                <a16:creationId xmlns:a16="http://schemas.microsoft.com/office/drawing/2014/main" id="{D4428554-F92D-F181-9B2D-7C44D5F14E42}"/>
              </a:ext>
            </a:extLst>
          </p:cNvPr>
          <p:cNvSpPr txBox="1">
            <a:spLocks/>
          </p:cNvSpPr>
          <p:nvPr/>
        </p:nvSpPr>
        <p:spPr>
          <a:xfrm>
            <a:off x="782247" y="1470114"/>
            <a:ext cx="4958966" cy="496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 algn="l">
              <a:buFont typeface="Arial" panose="020B0604020202020204" pitchFamily="34" charset="0"/>
              <a:buChar char="•"/>
            </a:pPr>
            <a:r>
              <a:rPr lang="en-US" altLang="zh-CN" sz="2000" dirty="0"/>
              <a:t>1900-1961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altLang="zh-CN" sz="200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AutoShape 2" descr="PPT-背景-白色-纹理-">
            <a:extLst>
              <a:ext uri="{FF2B5EF4-FFF2-40B4-BE49-F238E27FC236}">
                <a16:creationId xmlns:a16="http://schemas.microsoft.com/office/drawing/2014/main" id="{229CBE03-9A2F-0E0E-B75A-C9A12D6547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 descr="PPT-背景-白色-纹理-">
            <a:extLst>
              <a:ext uri="{FF2B5EF4-FFF2-40B4-BE49-F238E27FC236}">
                <a16:creationId xmlns:a16="http://schemas.microsoft.com/office/drawing/2014/main" id="{81F7FD73-B063-6DE2-E786-00F8451E78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副标题 2">
                <a:extLst>
                  <a:ext uri="{FF2B5EF4-FFF2-40B4-BE49-F238E27FC236}">
                    <a16:creationId xmlns:a16="http://schemas.microsoft.com/office/drawing/2014/main" id="{D3DC184F-BFC4-D8E3-690C-BD1D3F329CB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20853" y="5686763"/>
                <a:ext cx="8370749" cy="82450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1600" dirty="0"/>
                  <a:t>Valeur Moyenne du flux </a:t>
                </a:r>
                <a:r>
                  <a:rPr lang="en-US" altLang="zh-CN" sz="1600" dirty="0" err="1"/>
                  <a:t>sortant</a:t>
                </a:r>
                <a:r>
                  <a:rPr lang="en-US" altLang="zh-CN" sz="1600" dirty="0"/>
                  <a:t> :</a:t>
                </a:r>
                <a:endParaRPr lang="fr-FR" altLang="zh-CN" sz="1600" dirty="0"/>
              </a:p>
              <a:p>
                <a:pPr algn="l"/>
                <a:r>
                  <a:rPr lang="en-US" altLang="zh-CN" sz="1600" dirty="0"/>
                  <a:t>DR : 0.4203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𝑗𝑜𝑢𝑟</m:t>
                    </m:r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= 3068.19</a:t>
                </a:r>
                <a:r>
                  <a:rPr lang="en-US" altLang="zh-CN" sz="1600" b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𝑚𝑚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𝑎𝑛</m:t>
                    </m:r>
                  </m:oMath>
                </a14:m>
                <a:r>
                  <a:rPr lang="en-US" altLang="zh-CN" sz="1600" dirty="0"/>
                  <a:t>		 R : 0.4191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𝑗𝑜𝑢𝑟</m:t>
                    </m:r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= 3059.43</a:t>
                </a:r>
                <a:r>
                  <a:rPr lang="en-US" altLang="zh-CN" sz="1600" b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𝑚𝑚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𝑎𝑛</m:t>
                    </m:r>
                  </m:oMath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3" name="副标题 2">
                <a:extLst>
                  <a:ext uri="{FF2B5EF4-FFF2-40B4-BE49-F238E27FC236}">
                    <a16:creationId xmlns:a16="http://schemas.microsoft.com/office/drawing/2014/main" id="{D3DC184F-BFC4-D8E3-690C-BD1D3F329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853" y="5686763"/>
                <a:ext cx="8370749" cy="824501"/>
              </a:xfrm>
              <a:prstGeom prst="rect">
                <a:avLst/>
              </a:prstGeom>
              <a:blipFill>
                <a:blip r:embed="rId4"/>
                <a:stretch>
                  <a:fillRect l="-364" t="-51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 descr="图表&#10;&#10;AI 生成的内容可能不正确。">
            <a:extLst>
              <a:ext uri="{FF2B5EF4-FFF2-40B4-BE49-F238E27FC236}">
                <a16:creationId xmlns:a16="http://schemas.microsoft.com/office/drawing/2014/main" id="{3D30398F-F244-6ACE-1048-5E89087C77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798" y="2061837"/>
            <a:ext cx="4788506" cy="3591380"/>
          </a:xfrm>
          <a:prstGeom prst="rect">
            <a:avLst/>
          </a:prstGeom>
        </p:spPr>
      </p:pic>
      <p:pic>
        <p:nvPicPr>
          <p:cNvPr id="8" name="图片 7" descr="图表, 折线图&#10;&#10;AI 生成的内容可能不正确。">
            <a:extLst>
              <a:ext uri="{FF2B5EF4-FFF2-40B4-BE49-F238E27FC236}">
                <a16:creationId xmlns:a16="http://schemas.microsoft.com/office/drawing/2014/main" id="{574B0424-7635-BF9E-976D-BA72DB060A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7096" y="2061835"/>
            <a:ext cx="4833237" cy="3624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787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75BDAB-2C7F-8EB0-6CB9-BA2291048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8BA5F19-D5E1-4ECC-BEC2-DF7AEDFD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0CC88A9-A661-4C48-866E-8734E511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FDF195F-784B-4D00-8C92-6FC1B0499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utoShape 2" descr="PPT-背景-白色-纹理-">
            <a:extLst>
              <a:ext uri="{FF2B5EF4-FFF2-40B4-BE49-F238E27FC236}">
                <a16:creationId xmlns:a16="http://schemas.microsoft.com/office/drawing/2014/main" id="{AE920017-821B-220F-49E6-E486BE5335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 descr="PPT-背景-白色-纹理-">
            <a:extLst>
              <a:ext uri="{FF2B5EF4-FFF2-40B4-BE49-F238E27FC236}">
                <a16:creationId xmlns:a16="http://schemas.microsoft.com/office/drawing/2014/main" id="{E2C86A22-BE06-396C-C61A-204171EA26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" name="标题 1">
            <a:extLst>
              <a:ext uri="{FF2B5EF4-FFF2-40B4-BE49-F238E27FC236}">
                <a16:creationId xmlns:a16="http://schemas.microsoft.com/office/drawing/2014/main" id="{48A00A39-87CF-6F07-0FAF-8D2854AAE91B}"/>
              </a:ext>
            </a:extLst>
          </p:cNvPr>
          <p:cNvSpPr txBox="1">
            <a:spLocks/>
          </p:cNvSpPr>
          <p:nvPr/>
        </p:nvSpPr>
        <p:spPr>
          <a:xfrm>
            <a:off x="303101" y="572579"/>
            <a:ext cx="9392421" cy="10436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300" b="1" u="sng"/>
              <a:t>Comparaison du flux sortant (Dupuit-Richards VS Richards)</a:t>
            </a:r>
            <a:endParaRPr lang="en-US" altLang="zh-CN" sz="2300" b="1" u="sng" dirty="0"/>
          </a:p>
        </p:txBody>
      </p:sp>
      <p:sp>
        <p:nvSpPr>
          <p:cNvPr id="17" name="副标题 2">
            <a:extLst>
              <a:ext uri="{FF2B5EF4-FFF2-40B4-BE49-F238E27FC236}">
                <a16:creationId xmlns:a16="http://schemas.microsoft.com/office/drawing/2014/main" id="{5649250A-2C5A-D29B-FBCC-6107FC6776D2}"/>
              </a:ext>
            </a:extLst>
          </p:cNvPr>
          <p:cNvSpPr txBox="1">
            <a:spLocks/>
          </p:cNvSpPr>
          <p:nvPr/>
        </p:nvSpPr>
        <p:spPr>
          <a:xfrm>
            <a:off x="782247" y="1470114"/>
            <a:ext cx="4958966" cy="496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 algn="l">
              <a:buFont typeface="Arial" panose="020B0604020202020204" pitchFamily="34" charset="0"/>
              <a:buChar char="•"/>
            </a:pPr>
            <a:r>
              <a:rPr lang="en-US" altLang="zh-CN" sz="2000" dirty="0"/>
              <a:t>1957-1960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altLang="zh-CN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副标题 2">
                <a:extLst>
                  <a:ext uri="{FF2B5EF4-FFF2-40B4-BE49-F238E27FC236}">
                    <a16:creationId xmlns:a16="http://schemas.microsoft.com/office/drawing/2014/main" id="{DF140453-0957-CBBE-7D4D-BDAD8B5E46F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20853" y="5686763"/>
                <a:ext cx="8370749" cy="82450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1600" dirty="0"/>
                  <a:t>Valeur Moyenne du flux </a:t>
                </a:r>
                <a:r>
                  <a:rPr lang="en-US" altLang="zh-CN" sz="1600" dirty="0" err="1"/>
                  <a:t>sortant</a:t>
                </a:r>
                <a:r>
                  <a:rPr lang="en-US" altLang="zh-CN" sz="1600" dirty="0"/>
                  <a:t> :</a:t>
                </a:r>
                <a:endParaRPr lang="fr-FR" altLang="zh-CN" sz="1600" dirty="0"/>
              </a:p>
              <a:p>
                <a:pPr algn="l"/>
                <a:r>
                  <a:rPr lang="en-US" altLang="zh-CN" sz="1600" dirty="0"/>
                  <a:t>DR : 0.0638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𝑗𝑜𝑢𝑟</m:t>
                    </m:r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= 465.74</a:t>
                </a:r>
                <a:r>
                  <a:rPr lang="en-US" altLang="zh-CN" sz="1600" b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𝑚𝑚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𝑎𝑛</m:t>
                    </m:r>
                  </m:oMath>
                </a14:m>
                <a:r>
                  <a:rPr lang="en-US" altLang="zh-CN" sz="1600" dirty="0"/>
                  <a:t>		 R : 0.0622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𝑗𝑜𝑢𝑟</m:t>
                    </m:r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= 454.06</a:t>
                </a:r>
                <a:r>
                  <a:rPr lang="en-US" altLang="zh-CN" sz="1600" b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𝑚𝑚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𝑎𝑛</m:t>
                    </m:r>
                  </m:oMath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9" name="副标题 2">
                <a:extLst>
                  <a:ext uri="{FF2B5EF4-FFF2-40B4-BE49-F238E27FC236}">
                    <a16:creationId xmlns:a16="http://schemas.microsoft.com/office/drawing/2014/main" id="{DF140453-0957-CBBE-7D4D-BDAD8B5E46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853" y="5686763"/>
                <a:ext cx="8370749" cy="824501"/>
              </a:xfrm>
              <a:prstGeom prst="rect">
                <a:avLst/>
              </a:prstGeom>
              <a:blipFill>
                <a:blip r:embed="rId4"/>
                <a:stretch>
                  <a:fillRect l="-364" t="-51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 descr="图表, 折线图&#10;&#10;AI 生成的内容可能不正确。">
            <a:extLst>
              <a:ext uri="{FF2B5EF4-FFF2-40B4-BE49-F238E27FC236}">
                <a16:creationId xmlns:a16="http://schemas.microsoft.com/office/drawing/2014/main" id="{32781931-D1F1-5480-00EF-C2C3636B2C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5317" y="2052484"/>
            <a:ext cx="4483510" cy="3362632"/>
          </a:xfrm>
          <a:prstGeom prst="rect">
            <a:avLst/>
          </a:prstGeom>
        </p:spPr>
      </p:pic>
      <p:pic>
        <p:nvPicPr>
          <p:cNvPr id="7" name="图片 6" descr="图表, 折线图&#10;&#10;AI 生成的内容可能不正确。">
            <a:extLst>
              <a:ext uri="{FF2B5EF4-FFF2-40B4-BE49-F238E27FC236}">
                <a16:creationId xmlns:a16="http://schemas.microsoft.com/office/drawing/2014/main" id="{C1E826C8-E4D6-56E9-7C32-8ABE46D244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3173" y="2052484"/>
            <a:ext cx="4483510" cy="336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227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</TotalTime>
  <Words>428</Words>
  <Application>Microsoft Office PowerPoint</Application>
  <PresentationFormat>宽屏</PresentationFormat>
  <Paragraphs>49</Paragraphs>
  <Slides>18</Slides>
  <Notes>0</Notes>
  <HiddenSlides>0</HiddenSlides>
  <MMClips>2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等线</vt:lpstr>
      <vt:lpstr>等线 Light</vt:lpstr>
      <vt:lpstr>Arial</vt:lpstr>
      <vt:lpstr>Cambria Math</vt:lpstr>
      <vt:lpstr>Office 主题​​</vt:lpstr>
      <vt:lpstr>Modèle numérique en Hydrogéologie</vt:lpstr>
      <vt:lpstr>Équations</vt:lpstr>
      <vt:lpstr>Dupuit-Richards</vt:lpstr>
      <vt:lpstr>Résultat 1</vt:lpstr>
      <vt:lpstr>Etat Stationnaire</vt:lpstr>
      <vt:lpstr>Etat Stationnaire</vt:lpstr>
      <vt:lpstr>Etat transitoire</vt:lpstr>
      <vt:lpstr>Comparison (Dupuit-Richards VS Richards)</vt:lpstr>
      <vt:lpstr>Comparaison(Dupuit-Richards VS Richards)</vt:lpstr>
      <vt:lpstr>Comparaison(Dupuit-Richards VS Richards)</vt:lpstr>
      <vt:lpstr>Comparaison(Dupuit-Richards VS Richards)</vt:lpstr>
      <vt:lpstr>Erreur</vt:lpstr>
      <vt:lpstr>Résultat 2</vt:lpstr>
      <vt:lpstr>Etat Stationnaire</vt:lpstr>
      <vt:lpstr>Etat Stationnaire</vt:lpstr>
      <vt:lpstr>Etat Transitoire</vt:lpstr>
      <vt:lpstr>Comparaison du flux sortant (Dupuit-Richards VS Richards)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钦焱 杨</dc:creator>
  <cp:lastModifiedBy>钦焱 杨</cp:lastModifiedBy>
  <cp:revision>18</cp:revision>
  <dcterms:created xsi:type="dcterms:W3CDTF">2025-06-16T07:25:45Z</dcterms:created>
  <dcterms:modified xsi:type="dcterms:W3CDTF">2025-06-18T09:32:24Z</dcterms:modified>
</cp:coreProperties>
</file>